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5a86ad43344cad" /><Relationship Type="http://schemas.openxmlformats.org/officeDocument/2006/relationships/extended-properties" Target="/docProps/app.xml" Id="Re244706c4f654232" /><Relationship Type="http://schemas.openxmlformats.org/officeDocument/2006/relationships/officeDocument" Target="/ppt/presentation.xml" Id="R570405f52afb40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7a361c6964413f"/>
  </p:sldMasterIdLst>
  <p:notesMasterIdLst>
    <p:notesMasterId xmlns:r="http://schemas.openxmlformats.org/officeDocument/2006/relationships" r:id="Rcff62475c0384091"/>
  </p:notesMasterIdLst>
  <p:sldIdLst>
    <p:sldId xmlns:r="http://schemas.openxmlformats.org/officeDocument/2006/relationships" id="256" r:id="R7cbfe6f2c13b472d"/>
    <p:sldId xmlns:r="http://schemas.openxmlformats.org/officeDocument/2006/relationships" id="257" r:id="R280ef6f324a94f92"/>
    <p:sldId xmlns:r="http://schemas.openxmlformats.org/officeDocument/2006/relationships" id="258" r:id="R3dd4c5a9f2944fb6"/>
    <p:sldId xmlns:r="http://schemas.openxmlformats.org/officeDocument/2006/relationships" id="259" r:id="Rb0ba8a9900044e53"/>
    <p:sldId xmlns:r="http://schemas.openxmlformats.org/officeDocument/2006/relationships" id="260" r:id="R14ae5cacca3a4354"/>
    <p:sldId xmlns:r="http://schemas.openxmlformats.org/officeDocument/2006/relationships" id="261" r:id="R647b4b9bb459471e"/>
    <p:sldId xmlns:r="http://schemas.openxmlformats.org/officeDocument/2006/relationships" id="262" r:id="R9bf49eb8bbc44363"/>
    <p:sldId xmlns:r="http://schemas.openxmlformats.org/officeDocument/2006/relationships" id="263" r:id="R3f163981a4e04d55"/>
    <p:sldId xmlns:r="http://schemas.openxmlformats.org/officeDocument/2006/relationships" id="264" r:id="R092abd021cd845fc"/>
    <p:sldId xmlns:r="http://schemas.openxmlformats.org/officeDocument/2006/relationships" id="265" r:id="R41186b402dc34c62"/>
    <p:sldId xmlns:r="http://schemas.openxmlformats.org/officeDocument/2006/relationships" id="266" r:id="R85ed36f2ccaf43f9"/>
    <p:sldId xmlns:r="http://schemas.openxmlformats.org/officeDocument/2006/relationships" id="267" r:id="Rd381a67bbe10403b"/>
    <p:sldId xmlns:r="http://schemas.openxmlformats.org/officeDocument/2006/relationships" id="268" r:id="Rb905c97b76284158"/>
    <p:sldId xmlns:r="http://schemas.openxmlformats.org/officeDocument/2006/relationships" id="269" r:id="Re0f1eaebc9a84415"/>
    <p:sldId xmlns:r="http://schemas.openxmlformats.org/officeDocument/2006/relationships" id="270" r:id="R1dab08d480764440"/>
    <p:sldId xmlns:r="http://schemas.openxmlformats.org/officeDocument/2006/relationships" id="271" r:id="R02fde1852ac04a9d"/>
    <p:sldId xmlns:r="http://schemas.openxmlformats.org/officeDocument/2006/relationships" id="272" r:id="R163cf2521ba04c09"/>
    <p:sldId xmlns:r="http://schemas.openxmlformats.org/officeDocument/2006/relationships" id="273" r:id="R8796723e9294471e"/>
    <p:sldId xmlns:r="http://schemas.openxmlformats.org/officeDocument/2006/relationships" id="274" r:id="Re21284e1e3364632"/>
    <p:sldId xmlns:r="http://schemas.openxmlformats.org/officeDocument/2006/relationships" id="275" r:id="R91ed70110c014dee"/>
    <p:sldId xmlns:r="http://schemas.openxmlformats.org/officeDocument/2006/relationships" id="276" r:id="R0a067b61f9b640eb"/>
    <p:sldId xmlns:r="http://schemas.openxmlformats.org/officeDocument/2006/relationships" id="277" r:id="R4118611f7bf44cb6"/>
    <p:sldId xmlns:r="http://schemas.openxmlformats.org/officeDocument/2006/relationships" id="278" r:id="R7a8f707a6ef84562"/>
    <p:sldId xmlns:r="http://schemas.openxmlformats.org/officeDocument/2006/relationships" id="279" r:id="Reca102994cb645c4"/>
    <p:sldId xmlns:r="http://schemas.openxmlformats.org/officeDocument/2006/relationships" id="280" r:id="Rddea248ea78c4b41"/>
    <p:sldId xmlns:r="http://schemas.openxmlformats.org/officeDocument/2006/relationships" id="281" r:id="Rb357cc9867894cdd"/>
    <p:sldId xmlns:r="http://schemas.openxmlformats.org/officeDocument/2006/relationships" id="282" r:id="R24faea771a294092"/>
    <p:sldId xmlns:r="http://schemas.openxmlformats.org/officeDocument/2006/relationships" id="283" r:id="R3833fa3ea3b84bca"/>
    <p:sldId xmlns:r="http://schemas.openxmlformats.org/officeDocument/2006/relationships" id="284" r:id="R6aa0986971344859"/>
    <p:sldId xmlns:r="http://schemas.openxmlformats.org/officeDocument/2006/relationships" id="285" r:id="R09f172cbb91e4e53"/>
    <p:sldId xmlns:r="http://schemas.openxmlformats.org/officeDocument/2006/relationships" id="286" r:id="R7a54205fa1674a5b"/>
    <p:sldId xmlns:r="http://schemas.openxmlformats.org/officeDocument/2006/relationships" id="287" r:id="Rb368e7df6dcf4b59"/>
    <p:sldId xmlns:r="http://schemas.openxmlformats.org/officeDocument/2006/relationships" id="288" r:id="R646c833eca34431e"/>
    <p:sldId xmlns:r="http://schemas.openxmlformats.org/officeDocument/2006/relationships" id="289" r:id="R02719da5402744ab"/>
    <p:sldId xmlns:r="http://schemas.openxmlformats.org/officeDocument/2006/relationships" id="290" r:id="R4eb1c1ba3cfe4870"/>
    <p:sldId xmlns:r="http://schemas.openxmlformats.org/officeDocument/2006/relationships" id="291" r:id="R62a8282567fe4411"/>
    <p:sldId xmlns:r="http://schemas.openxmlformats.org/officeDocument/2006/relationships" id="292" r:id="Rf096f0b26ffe46d6"/>
    <p:sldId xmlns:r="http://schemas.openxmlformats.org/officeDocument/2006/relationships" id="293" r:id="Rf891cfcf0f05431a"/>
    <p:sldId xmlns:r="http://schemas.openxmlformats.org/officeDocument/2006/relationships" id="294" r:id="Re14e2a18b7594830"/>
    <p:sldId xmlns:r="http://schemas.openxmlformats.org/officeDocument/2006/relationships" id="295" r:id="R6d05f989680e4749"/>
    <p:sldId xmlns:r="http://schemas.openxmlformats.org/officeDocument/2006/relationships" id="296" r:id="Rba6a39ec74de4336"/>
    <p:sldId xmlns:r="http://schemas.openxmlformats.org/officeDocument/2006/relationships" id="297" r:id="R40f899a6d9dd43eb"/>
    <p:sldId xmlns:r="http://schemas.openxmlformats.org/officeDocument/2006/relationships" id="298" r:id="R742defd5573e4148"/>
    <p:sldId xmlns:r="http://schemas.openxmlformats.org/officeDocument/2006/relationships" id="299" r:id="R1ee4c4c81cbf4ab2"/>
    <p:sldId xmlns:r="http://schemas.openxmlformats.org/officeDocument/2006/relationships" id="300" r:id="R17902b2d65c94a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b75713522a48e1" /><Relationship Type="http://schemas.openxmlformats.org/officeDocument/2006/relationships/slideMaster" Target="/ppt/slideMasters/slideMaster1.xml" Id="R797a361c6964413f" /><Relationship Type="http://schemas.openxmlformats.org/officeDocument/2006/relationships/notesMaster" Target="/ppt/notesMasters/notesMaster1.xml" Id="Rcff62475c0384091" /><Relationship Type="http://schemas.openxmlformats.org/officeDocument/2006/relationships/presProps" Target="/ppt/presProps.xml" Id="R7aabebfbb83c4c3f" /><Relationship Type="http://schemas.openxmlformats.org/officeDocument/2006/relationships/tableStyles" Target="/ppt/tableStyles.xml" Id="Re86958b13c374832" /><Relationship Type="http://schemas.openxmlformats.org/officeDocument/2006/relationships/slide" Target="/ppt/slides/slide1.xml" Id="R7cbfe6f2c13b472d" /><Relationship Type="http://schemas.openxmlformats.org/officeDocument/2006/relationships/slide" Target="/ppt/slides/slide2.xml" Id="R280ef6f324a94f92" /><Relationship Type="http://schemas.openxmlformats.org/officeDocument/2006/relationships/slide" Target="/ppt/slides/slide3.xml" Id="R3dd4c5a9f2944fb6" /><Relationship Type="http://schemas.openxmlformats.org/officeDocument/2006/relationships/slide" Target="/ppt/slides/slide4.xml" Id="Rb0ba8a9900044e53" /><Relationship Type="http://schemas.openxmlformats.org/officeDocument/2006/relationships/slide" Target="/ppt/slides/slide5.xml" Id="R14ae5cacca3a4354" /><Relationship Type="http://schemas.openxmlformats.org/officeDocument/2006/relationships/slide" Target="/ppt/slides/slide6.xml" Id="R647b4b9bb459471e" /><Relationship Type="http://schemas.openxmlformats.org/officeDocument/2006/relationships/slide" Target="/ppt/slides/slide7.xml" Id="R9bf49eb8bbc44363" /><Relationship Type="http://schemas.openxmlformats.org/officeDocument/2006/relationships/slide" Target="/ppt/slides/slide8.xml" Id="R3f163981a4e04d55" /><Relationship Type="http://schemas.openxmlformats.org/officeDocument/2006/relationships/slide" Target="/ppt/slides/slide9.xml" Id="R092abd021cd845fc" /><Relationship Type="http://schemas.openxmlformats.org/officeDocument/2006/relationships/slide" Target="/ppt/slides/slide10.xml" Id="R41186b402dc34c62" /><Relationship Type="http://schemas.openxmlformats.org/officeDocument/2006/relationships/slide" Target="/ppt/slides/slide11.xml" Id="R85ed36f2ccaf43f9" /><Relationship Type="http://schemas.openxmlformats.org/officeDocument/2006/relationships/slide" Target="/ppt/slides/slide12.xml" Id="Rd381a67bbe10403b" /><Relationship Type="http://schemas.openxmlformats.org/officeDocument/2006/relationships/slide" Target="/ppt/slides/slide13.xml" Id="Rb905c97b76284158" /><Relationship Type="http://schemas.openxmlformats.org/officeDocument/2006/relationships/slide" Target="/ppt/slides/slide14.xml" Id="Re0f1eaebc9a84415" /><Relationship Type="http://schemas.openxmlformats.org/officeDocument/2006/relationships/slide" Target="/ppt/slides/slide15.xml" Id="R1dab08d480764440" /><Relationship Type="http://schemas.openxmlformats.org/officeDocument/2006/relationships/slide" Target="/ppt/slides/slide16.xml" Id="R02fde1852ac04a9d" /><Relationship Type="http://schemas.openxmlformats.org/officeDocument/2006/relationships/slide" Target="/ppt/slides/slide17.xml" Id="R163cf2521ba04c09" /><Relationship Type="http://schemas.openxmlformats.org/officeDocument/2006/relationships/slide" Target="/ppt/slides/slide18.xml" Id="R8796723e9294471e" /><Relationship Type="http://schemas.openxmlformats.org/officeDocument/2006/relationships/slide" Target="/ppt/slides/slide19.xml" Id="Re21284e1e3364632" /><Relationship Type="http://schemas.openxmlformats.org/officeDocument/2006/relationships/slide" Target="/ppt/slides/slide20.xml" Id="R91ed70110c014dee" /><Relationship Type="http://schemas.openxmlformats.org/officeDocument/2006/relationships/slide" Target="/ppt/slides/slide21.xml" Id="R0a067b61f9b640eb" /><Relationship Type="http://schemas.openxmlformats.org/officeDocument/2006/relationships/slide" Target="/ppt/slides/slide22.xml" Id="R4118611f7bf44cb6" /><Relationship Type="http://schemas.openxmlformats.org/officeDocument/2006/relationships/slide" Target="/ppt/slides/slide23.xml" Id="R7a8f707a6ef84562" /><Relationship Type="http://schemas.openxmlformats.org/officeDocument/2006/relationships/slide" Target="/ppt/slides/slide24.xml" Id="Reca102994cb645c4" /><Relationship Type="http://schemas.openxmlformats.org/officeDocument/2006/relationships/slide" Target="/ppt/slides/slide25.xml" Id="Rddea248ea78c4b41" /><Relationship Type="http://schemas.openxmlformats.org/officeDocument/2006/relationships/slide" Target="/ppt/slides/slide26.xml" Id="Rb357cc9867894cdd" /><Relationship Type="http://schemas.openxmlformats.org/officeDocument/2006/relationships/slide" Target="/ppt/slides/slide27.xml" Id="R24faea771a294092" /><Relationship Type="http://schemas.openxmlformats.org/officeDocument/2006/relationships/slide" Target="/ppt/slides/slide28.xml" Id="R3833fa3ea3b84bca" /><Relationship Type="http://schemas.openxmlformats.org/officeDocument/2006/relationships/slide" Target="/ppt/slides/slide29.xml" Id="R6aa0986971344859" /><Relationship Type="http://schemas.openxmlformats.org/officeDocument/2006/relationships/slide" Target="/ppt/slides/slide30.xml" Id="R09f172cbb91e4e53" /><Relationship Type="http://schemas.openxmlformats.org/officeDocument/2006/relationships/slide" Target="/ppt/slides/slide31.xml" Id="R7a54205fa1674a5b" /><Relationship Type="http://schemas.openxmlformats.org/officeDocument/2006/relationships/slide" Target="/ppt/slides/slide32.xml" Id="Rb368e7df6dcf4b59" /><Relationship Type="http://schemas.openxmlformats.org/officeDocument/2006/relationships/slide" Target="/ppt/slides/slide33.xml" Id="R646c833eca34431e" /><Relationship Type="http://schemas.openxmlformats.org/officeDocument/2006/relationships/slide" Target="/ppt/slides/slide34.xml" Id="R02719da5402744ab" /><Relationship Type="http://schemas.openxmlformats.org/officeDocument/2006/relationships/slide" Target="/ppt/slides/slide35.xml" Id="R4eb1c1ba3cfe4870" /><Relationship Type="http://schemas.openxmlformats.org/officeDocument/2006/relationships/slide" Target="/ppt/slides/slide36.xml" Id="R62a8282567fe4411" /><Relationship Type="http://schemas.openxmlformats.org/officeDocument/2006/relationships/slide" Target="/ppt/slides/slide37.xml" Id="Rf096f0b26ffe46d6" /><Relationship Type="http://schemas.openxmlformats.org/officeDocument/2006/relationships/slide" Target="/ppt/slides/slide38.xml" Id="Rf891cfcf0f05431a" /><Relationship Type="http://schemas.openxmlformats.org/officeDocument/2006/relationships/slide" Target="/ppt/slides/slide39.xml" Id="Re14e2a18b7594830" /><Relationship Type="http://schemas.openxmlformats.org/officeDocument/2006/relationships/slide" Target="/ppt/slides/slide40.xml" Id="R6d05f989680e4749" /><Relationship Type="http://schemas.openxmlformats.org/officeDocument/2006/relationships/slide" Target="/ppt/slides/slide41.xml" Id="Rba6a39ec74de4336" /><Relationship Type="http://schemas.openxmlformats.org/officeDocument/2006/relationships/slide" Target="/ppt/slides/slide42.xml" Id="R40f899a6d9dd43eb" /><Relationship Type="http://schemas.openxmlformats.org/officeDocument/2006/relationships/slide" Target="/ppt/slides/slide43.xml" Id="R742defd5573e4148" /><Relationship Type="http://schemas.openxmlformats.org/officeDocument/2006/relationships/slide" Target="/ppt/slides/slide44.xml" Id="R1ee4c4c81cbf4ab2" /><Relationship Type="http://schemas.openxmlformats.org/officeDocument/2006/relationships/slide" Target="/ppt/slides/slide45.xml" Id="R17902b2d65c94a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787d31344a4e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82db19d2014445" /><Relationship Type="http://schemas.openxmlformats.org/officeDocument/2006/relationships/notesMaster" Target="/ppt/notesMasters/notesMaster1.xml" Id="R95a6d4683acc48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0fac1acd554b2c" /><Relationship Type="http://schemas.openxmlformats.org/officeDocument/2006/relationships/notesMaster" Target="/ppt/notesMasters/notesMaster1.xml" Id="R19ffea4f077249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98e4dfe786430a" /><Relationship Type="http://schemas.openxmlformats.org/officeDocument/2006/relationships/notesMaster" Target="/ppt/notesMasters/notesMaster1.xml" Id="Rea45a9b24e7d47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693fac5f83455a" /><Relationship Type="http://schemas.openxmlformats.org/officeDocument/2006/relationships/notesMaster" Target="/ppt/notesMasters/notesMaster1.xml" Id="R47de4a3139ed4c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4fd40ca3bd46ad" /><Relationship Type="http://schemas.openxmlformats.org/officeDocument/2006/relationships/notesMaster" Target="/ppt/notesMasters/notesMaster1.xml" Id="R367ea3e4e3f846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141d88cb964e5b" /><Relationship Type="http://schemas.openxmlformats.org/officeDocument/2006/relationships/notesMaster" Target="/ppt/notesMasters/notesMaster1.xml" Id="Rfe3117d5e3f046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479228fbff45f1" /><Relationship Type="http://schemas.openxmlformats.org/officeDocument/2006/relationships/notesMaster" Target="/ppt/notesMasters/notesMaster1.xml" Id="Rf2ce2ca9f08b4e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a1e40e6bd443b5" /><Relationship Type="http://schemas.openxmlformats.org/officeDocument/2006/relationships/notesMaster" Target="/ppt/notesMasters/notesMaster1.xml" Id="R7e7d965f54b34d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750c9a39be43e1" /><Relationship Type="http://schemas.openxmlformats.org/officeDocument/2006/relationships/notesMaster" Target="/ppt/notesMasters/notesMaster1.xml" Id="Rcdc0db01c45046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aac6e37c71490a" /><Relationship Type="http://schemas.openxmlformats.org/officeDocument/2006/relationships/notesMaster" Target="/ppt/notesMasters/notesMaster1.xml" Id="R0d3ad195a4e24d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05f3f97147409f" /><Relationship Type="http://schemas.openxmlformats.org/officeDocument/2006/relationships/notesMaster" Target="/ppt/notesMasters/notesMaster1.xml" Id="R01ccdd60671a43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758345f12d4e87" /><Relationship Type="http://schemas.openxmlformats.org/officeDocument/2006/relationships/notesMaster" Target="/ppt/notesMasters/notesMaster1.xml" Id="Rddf64900fb944c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c556a86b224a7d" /><Relationship Type="http://schemas.openxmlformats.org/officeDocument/2006/relationships/notesMaster" Target="/ppt/notesMasters/notesMaster1.xml" Id="R5999a234504a4e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97333b8bf74dfc" /><Relationship Type="http://schemas.openxmlformats.org/officeDocument/2006/relationships/notesMaster" Target="/ppt/notesMasters/notesMaster1.xml" Id="R14ccb0de7cd248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cb5b678bb64aa7" /><Relationship Type="http://schemas.openxmlformats.org/officeDocument/2006/relationships/notesMaster" Target="/ppt/notesMasters/notesMaster1.xml" Id="R9cc1ff30f8ae48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379480a8c74adb" /><Relationship Type="http://schemas.openxmlformats.org/officeDocument/2006/relationships/notesMaster" Target="/ppt/notesMasters/notesMaster1.xml" Id="Rda2246cd08a842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9232c00b704b72" /><Relationship Type="http://schemas.openxmlformats.org/officeDocument/2006/relationships/notesMaster" Target="/ppt/notesMasters/notesMaster1.xml" Id="R857666a623ed4d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81aeb4533c4aef" /><Relationship Type="http://schemas.openxmlformats.org/officeDocument/2006/relationships/notesMaster" Target="/ppt/notesMasters/notesMaster1.xml" Id="R555074fa34204e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ed1375213704aa8" /><Relationship Type="http://schemas.openxmlformats.org/officeDocument/2006/relationships/notesMaster" Target="/ppt/notesMasters/notesMaster1.xml" Id="R37f8572971ed47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89962171964115" /><Relationship Type="http://schemas.openxmlformats.org/officeDocument/2006/relationships/notesMaster" Target="/ppt/notesMasters/notesMaster1.xml" Id="R5362be02bacc4c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d7781788664bc7" /><Relationship Type="http://schemas.openxmlformats.org/officeDocument/2006/relationships/notesMaster" Target="/ppt/notesMasters/notesMaster1.xml" Id="R930f54929e3d4b2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31d4691cc54c37" /><Relationship Type="http://schemas.openxmlformats.org/officeDocument/2006/relationships/notesMaster" Target="/ppt/notesMasters/notesMaster1.xml" Id="R78e3e8c2736349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95c5bf6f4d4ee1" /><Relationship Type="http://schemas.openxmlformats.org/officeDocument/2006/relationships/notesMaster" Target="/ppt/notesMasters/notesMaster1.xml" Id="R7f8a9106f350443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8a8776f82104747" /><Relationship Type="http://schemas.openxmlformats.org/officeDocument/2006/relationships/notesMaster" Target="/ppt/notesMasters/notesMaster1.xml" Id="Rae2b6762f321469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7764ebdfe0e4275" /><Relationship Type="http://schemas.openxmlformats.org/officeDocument/2006/relationships/notesMaster" Target="/ppt/notesMasters/notesMaster1.xml" Id="Rf1c94a9be18245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c907fd697b4a5d" /><Relationship Type="http://schemas.openxmlformats.org/officeDocument/2006/relationships/notesMaster" Target="/ppt/notesMasters/notesMaster1.xml" Id="Rfb6ad692472c45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a5fc1a482fd495e" /><Relationship Type="http://schemas.openxmlformats.org/officeDocument/2006/relationships/notesMaster" Target="/ppt/notesMasters/notesMaster1.xml" Id="R69e889e8dc0f463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678b8fcaab4f25" /><Relationship Type="http://schemas.openxmlformats.org/officeDocument/2006/relationships/notesMaster" Target="/ppt/notesMasters/notesMaster1.xml" Id="R1dfbbc3007c544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4c0ba9da3584dc4" /><Relationship Type="http://schemas.openxmlformats.org/officeDocument/2006/relationships/notesMaster" Target="/ppt/notesMasters/notesMaster1.xml" Id="R67fe2c2dea4649b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f24629c9964f20" /><Relationship Type="http://schemas.openxmlformats.org/officeDocument/2006/relationships/notesMaster" Target="/ppt/notesMasters/notesMaster1.xml" Id="R8de79dcd538b419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007240935e74941" /><Relationship Type="http://schemas.openxmlformats.org/officeDocument/2006/relationships/notesMaster" Target="/ppt/notesMasters/notesMaster1.xml" Id="Rf303dd6d075c421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4c3897e52674ab9" /><Relationship Type="http://schemas.openxmlformats.org/officeDocument/2006/relationships/notesMaster" Target="/ppt/notesMasters/notesMaster1.xml" Id="R6256a846d2b449a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4a52767f63f4393" /><Relationship Type="http://schemas.openxmlformats.org/officeDocument/2006/relationships/notesMaster" Target="/ppt/notesMasters/notesMaster1.xml" Id="R0d7155c7182241a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74d921f848b4251" /><Relationship Type="http://schemas.openxmlformats.org/officeDocument/2006/relationships/notesMaster" Target="/ppt/notesMasters/notesMaster1.xml" Id="R86e0385a93ba4b6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9cbf573db63421e" /><Relationship Type="http://schemas.openxmlformats.org/officeDocument/2006/relationships/notesMaster" Target="/ppt/notesMasters/notesMaster1.xml" Id="Rd238a7bcc3b74dc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551580492964a72" /><Relationship Type="http://schemas.openxmlformats.org/officeDocument/2006/relationships/notesMaster" Target="/ppt/notesMasters/notesMaster1.xml" Id="R8b5b0d68790142c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79071f271fc44f2" /><Relationship Type="http://schemas.openxmlformats.org/officeDocument/2006/relationships/notesMaster" Target="/ppt/notesMasters/notesMaster1.xml" Id="Rf8d00f44b5504c2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9b8b2a9351847c0" /><Relationship Type="http://schemas.openxmlformats.org/officeDocument/2006/relationships/notesMaster" Target="/ppt/notesMasters/notesMaster1.xml" Id="R1ae0b292be3e472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cecd03a5904449d" /><Relationship Type="http://schemas.openxmlformats.org/officeDocument/2006/relationships/notesMaster" Target="/ppt/notesMasters/notesMaster1.xml" Id="Ref107f14d8f7470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1e8a46460024f7a" /><Relationship Type="http://schemas.openxmlformats.org/officeDocument/2006/relationships/notesMaster" Target="/ppt/notesMasters/notesMaster1.xml" Id="Ra4e48a459a0d424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628f196dd914759" /><Relationship Type="http://schemas.openxmlformats.org/officeDocument/2006/relationships/notesMaster" Target="/ppt/notesMasters/notesMaster1.xml" Id="R9af942493fb940f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90609c5f51f4e7b" /><Relationship Type="http://schemas.openxmlformats.org/officeDocument/2006/relationships/notesMaster" Target="/ppt/notesMasters/notesMaster1.xml" Id="R48d584a9960a4dd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22922cce4d24c19" /><Relationship Type="http://schemas.openxmlformats.org/officeDocument/2006/relationships/notesMaster" Target="/ppt/notesMasters/notesMaster1.xml" Id="Re229115066df4cf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91ec2ff91054c6e" /><Relationship Type="http://schemas.openxmlformats.org/officeDocument/2006/relationships/notesMaster" Target="/ppt/notesMasters/notesMaster1.xml" Id="Re777a709e5974af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14ad33c65984c68" /><Relationship Type="http://schemas.openxmlformats.org/officeDocument/2006/relationships/notesMaster" Target="/ppt/notesMasters/notesMaster1.xml" Id="Rd3c1d164f47046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96d1a3ef647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407da8eef84d32" /><Relationship Type="http://schemas.openxmlformats.org/officeDocument/2006/relationships/slideLayout" Target="/ppt/slideLayouts/slideLayout1.xml" Id="R721b7ec0359b43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b7ec0359b43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5bfa325e64745" /><Relationship Type="http://schemas.openxmlformats.org/officeDocument/2006/relationships/notesSlide" Target="/ppt/notesSlides/notesSlide1.xml" Id="R62180da072804c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abb5838514058" /><Relationship Type="http://schemas.openxmlformats.org/officeDocument/2006/relationships/notesSlide" Target="/ppt/notesSlides/notesSlide2.xml" Id="Rd6502f0dfcf64d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24cae866343ec" /><Relationship Type="http://schemas.openxmlformats.org/officeDocument/2006/relationships/notesSlide" Target="/ppt/notesSlides/notesSlide3.xml" Id="Rad884239ebc044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57a3a135a4d82" /><Relationship Type="http://schemas.openxmlformats.org/officeDocument/2006/relationships/notesSlide" Target="/ppt/notesSlides/notesSlide4.xml" Id="R6a017bd1e4e14e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f795b652646c7" /><Relationship Type="http://schemas.openxmlformats.org/officeDocument/2006/relationships/notesSlide" Target="/ppt/notesSlides/notesSlide5.xml" Id="Rfb5ded81d25147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6aa7f9b6749be" /><Relationship Type="http://schemas.openxmlformats.org/officeDocument/2006/relationships/notesSlide" Target="/ppt/notesSlides/notesSlide6.xml" Id="Re89cd39c024844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d9d1fd66845ca" /><Relationship Type="http://schemas.openxmlformats.org/officeDocument/2006/relationships/notesSlide" Target="/ppt/notesSlides/notesSlide7.xml" Id="R33b7ea5a5eab4a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a449a8a0443d3" /><Relationship Type="http://schemas.openxmlformats.org/officeDocument/2006/relationships/notesSlide" Target="/ppt/notesSlides/notesSlide8.xml" Id="R1388314669a746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11b9f3fab45b6" /><Relationship Type="http://schemas.openxmlformats.org/officeDocument/2006/relationships/notesSlide" Target="/ppt/notesSlides/notesSlide9.xml" Id="R5687febe626140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05dee64574b35" /><Relationship Type="http://schemas.openxmlformats.org/officeDocument/2006/relationships/notesSlide" Target="/ppt/notesSlides/notesSlide10.xml" Id="Rea42d5326a6f4a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75b6c7767451a" /><Relationship Type="http://schemas.openxmlformats.org/officeDocument/2006/relationships/notesSlide" Target="/ppt/notesSlides/notesSlide11.xml" Id="Rbd19142c404a4f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9ba89eab64ce9" /><Relationship Type="http://schemas.openxmlformats.org/officeDocument/2006/relationships/notesSlide" Target="/ppt/notesSlides/notesSlide12.xml" Id="R989374704f564d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968e241694937" /><Relationship Type="http://schemas.openxmlformats.org/officeDocument/2006/relationships/notesSlide" Target="/ppt/notesSlides/notesSlide13.xml" Id="Rbb388b8173bb40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a055bd0314cee" /><Relationship Type="http://schemas.openxmlformats.org/officeDocument/2006/relationships/notesSlide" Target="/ppt/notesSlides/notesSlide14.xml" Id="R147a9abda6ec4a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3cfa2e11f4ddc" /><Relationship Type="http://schemas.openxmlformats.org/officeDocument/2006/relationships/notesSlide" Target="/ppt/notesSlides/notesSlide15.xml" Id="Rd729a218932244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e0fd5ec654fa7" /><Relationship Type="http://schemas.openxmlformats.org/officeDocument/2006/relationships/notesSlide" Target="/ppt/notesSlides/notesSlide16.xml" Id="R728710aa617c46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c88894c1c461d" /><Relationship Type="http://schemas.openxmlformats.org/officeDocument/2006/relationships/notesSlide" Target="/ppt/notesSlides/notesSlide17.xml" Id="Re9d34c0551c848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e94031aa34133" /><Relationship Type="http://schemas.openxmlformats.org/officeDocument/2006/relationships/notesSlide" Target="/ppt/notesSlides/notesSlide18.xml" Id="Re3f68a339af640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6aa733ab34182" /><Relationship Type="http://schemas.openxmlformats.org/officeDocument/2006/relationships/notesSlide" Target="/ppt/notesSlides/notesSlide19.xml" Id="Rcda768a8a8ee45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c1850045f46a0" /><Relationship Type="http://schemas.openxmlformats.org/officeDocument/2006/relationships/notesSlide" Target="/ppt/notesSlides/notesSlide20.xml" Id="R194aa95d823e45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e492f4eee4552" /><Relationship Type="http://schemas.openxmlformats.org/officeDocument/2006/relationships/notesSlide" Target="/ppt/notesSlides/notesSlide21.xml" Id="R63f395d56eb445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a84e7e873445c" /><Relationship Type="http://schemas.openxmlformats.org/officeDocument/2006/relationships/notesSlide" Target="/ppt/notesSlides/notesSlide22.xml" Id="Ra1f1070f46b04d0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2a5ae2fc14b74" /><Relationship Type="http://schemas.openxmlformats.org/officeDocument/2006/relationships/notesSlide" Target="/ppt/notesSlides/notesSlide23.xml" Id="Rcc1e2047ea524fd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6cd27ce3748c4" /><Relationship Type="http://schemas.openxmlformats.org/officeDocument/2006/relationships/notesSlide" Target="/ppt/notesSlides/notesSlide24.xml" Id="R5f31b0f52d5347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aff033f6646fd" /><Relationship Type="http://schemas.openxmlformats.org/officeDocument/2006/relationships/notesSlide" Target="/ppt/notesSlides/notesSlide25.xml" Id="R912dba5187af48d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5d7e3b25742df" /><Relationship Type="http://schemas.openxmlformats.org/officeDocument/2006/relationships/notesSlide" Target="/ppt/notesSlides/notesSlide26.xml" Id="Rae2ff6f50dfc4db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80775988841bb" /><Relationship Type="http://schemas.openxmlformats.org/officeDocument/2006/relationships/notesSlide" Target="/ppt/notesSlides/notesSlide27.xml" Id="Rff96a03da039419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a183c64c2462c" /><Relationship Type="http://schemas.openxmlformats.org/officeDocument/2006/relationships/notesSlide" Target="/ppt/notesSlides/notesSlide28.xml" Id="R7300b589c21344c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34d49c860498f" /><Relationship Type="http://schemas.openxmlformats.org/officeDocument/2006/relationships/notesSlide" Target="/ppt/notesSlides/notesSlide29.xml" Id="R00c7d29511b1475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cd32335844715" /><Relationship Type="http://schemas.openxmlformats.org/officeDocument/2006/relationships/notesSlide" Target="/ppt/notesSlides/notesSlide30.xml" Id="Rc439c94cf4f44d4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f6a616a9b42bf" /><Relationship Type="http://schemas.openxmlformats.org/officeDocument/2006/relationships/notesSlide" Target="/ppt/notesSlides/notesSlide31.xml" Id="R0ba1b69aefc14a3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095d795274fb0" /><Relationship Type="http://schemas.openxmlformats.org/officeDocument/2006/relationships/notesSlide" Target="/ppt/notesSlides/notesSlide32.xml" Id="R1fc8bf6761d8422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f66198875413d" /><Relationship Type="http://schemas.openxmlformats.org/officeDocument/2006/relationships/notesSlide" Target="/ppt/notesSlides/notesSlide33.xml" Id="Rd118b448ddc94ae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6a290ff7e41c9" /><Relationship Type="http://schemas.openxmlformats.org/officeDocument/2006/relationships/notesSlide" Target="/ppt/notesSlides/notesSlide34.xml" Id="R4755c3db477a4b4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b134ec1e84e74" /><Relationship Type="http://schemas.openxmlformats.org/officeDocument/2006/relationships/notesSlide" Target="/ppt/notesSlides/notesSlide35.xml" Id="Rf5f130cd41654b3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b54be588e47f3" /><Relationship Type="http://schemas.openxmlformats.org/officeDocument/2006/relationships/notesSlide" Target="/ppt/notesSlides/notesSlide36.xml" Id="R0783716920dc40b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e684347df4aff" /><Relationship Type="http://schemas.openxmlformats.org/officeDocument/2006/relationships/notesSlide" Target="/ppt/notesSlides/notesSlide37.xml" Id="Rb8b594bd0dd0419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f08702f14f2b" /><Relationship Type="http://schemas.openxmlformats.org/officeDocument/2006/relationships/notesSlide" Target="/ppt/notesSlides/notesSlide38.xml" Id="R3223c192a162444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f6e5d1ddc4c3e" /><Relationship Type="http://schemas.openxmlformats.org/officeDocument/2006/relationships/notesSlide" Target="/ppt/notesSlides/notesSlide39.xml" Id="Rd6d3db85bc9b4f8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bb97202224fb8" /><Relationship Type="http://schemas.openxmlformats.org/officeDocument/2006/relationships/notesSlide" Target="/ppt/notesSlides/notesSlide40.xml" Id="R3293ebfac71d441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f33aed409413a" /><Relationship Type="http://schemas.openxmlformats.org/officeDocument/2006/relationships/notesSlide" Target="/ppt/notesSlides/notesSlide41.xml" Id="Re12226bdf55b448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55f5555cd4b08" /><Relationship Type="http://schemas.openxmlformats.org/officeDocument/2006/relationships/notesSlide" Target="/ppt/notesSlides/notesSlide42.xml" Id="R4221b95a0abc474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da8d5ebe14dde" /><Relationship Type="http://schemas.openxmlformats.org/officeDocument/2006/relationships/notesSlide" Target="/ppt/notesSlides/notesSlide43.xml" Id="Rb70ada189ab5426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63838f33b4d8c" /><Relationship Type="http://schemas.openxmlformats.org/officeDocument/2006/relationships/notesSlide" Target="/ppt/notesSlides/notesSlide44.xml" Id="R5a1f1ed3626140e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0cb3cf96642f1" /><Relationship Type="http://schemas.openxmlformats.org/officeDocument/2006/relationships/notesSlide" Target="/ppt/notesSlides/notesSlide45.xml" Id="Rb81d2100657249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ACB251-753C-43C2-ADC0-825BC031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10530-C90B-45EC-BC60-CA20E46B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F1C02-FC9E-4FCB-ABCE-93400716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81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1330C-AB48-4CD9-AFED-B1C1355C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CN-Codex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7588D-1A0F-4120-B7A7-2AABC3AA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2C55E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22C55E"/>
                </a:solidFill>
                <a:latin typeface="Segoe UI"/>
                <a:ea typeface="Segoe UI"/>
                <a:cs typeface="Segoe UI"/>
              </a:rPr>
              <a:t>AI 全栈编程辅助工具 — 技术原理与架构详解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89A69-B146-41EC-9F1C-B6E15DC3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基于 Tauri 2 · Rust · React · TypeScript · DeepSeek v4 Flash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411BF-6D73-4369-B1E6-0ADBE9CF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635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D234B-7B29-4CE3-956A-4DDE7970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Tauri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B08B9-16CF-4654-9D56-0A03DA8A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0440C-CB05-4130-9C2F-21DF9699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BFC77-F8BE-416C-87A8-C1FC0552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2D750-6C9B-4FB5-B09D-BE927937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B82F6"/>
                </a:solidFill>
                <a:latin typeface="Aptos"/>
                <a:ea typeface="Aptos"/>
                <a:cs typeface="Aptos"/>
              </a:rPr>
              <a:t>React 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090D0-DD68-40C3-A7B3-D3B12AF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9EA00-68F0-4028-8D5D-95E90B95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TypeScript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023B7-5A9A-42D7-A6CC-3FEDEC77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06B6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72927-F6D4-4481-8D57-87C3667E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DeepSeek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FF2DF-8B2A-4E5A-B83C-97AF7D20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EC48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3C410-975F-4194-8EFF-51A81E34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C4899"/>
                </a:solidFill>
                <a:latin typeface="Aptos"/>
                <a:ea typeface="Aptos"/>
                <a:cs typeface="Aptos"/>
              </a:rPr>
              <a:t>WebSocket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E4EC0-1E30-4B83-921E-215AB248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FD1F0-977B-4A3B-A1B7-18DB711F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B5CF6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A78C8-A78A-470C-8F25-8588D8C4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团队内部分享 · 2025</a:t>
            </a:r>
          </a:p>
        </p:txBody>
      </p:sp>
    </p:spTree>
    <p:extLst>
      <p:ext uri="{BB962C8B-B14F-4D97-AF65-F5344CB8AC3E}">
        <p14:creationId xmlns:p14="http://schemas.microsoft.com/office/powerpoint/2010/main" val="20815259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09CB8E-6825-4475-94A0-C36A1DBF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487E7-9536-4A61-A93A-B046C311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1FD53-4D24-4B15-AE4A-821FA870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381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目 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D86A8-F9DF-4526-81F5-24E84CAA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EBC83-1109-4AC9-B40A-199A83CD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33951-FAAA-4D4A-A9C6-6D6562FC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59AE9-6730-4335-8446-C1AA8B76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097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项目背景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0BA92-C00B-4DC6-95A8-25E22499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145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定位、设计理念、核心亮点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E3853-3186-49D0-97A9-E4701B4A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ED871-36E1-42CA-B87B-4C0042EF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3965E-4C04-4FAF-BF2D-CFEE662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097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技术栈全景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5DB18-E784-49B2-8424-E3C0F82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145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Rust / React / Tauri / TypeScript 全栈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0A1FE-B728-4886-B8F7-C384DEE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E9BB7-D883-481C-A1ED-55CFB381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5BE78-F4F8-4976-87BA-F9FBD353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整体架构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3C2DA-3213-45CD-A633-B32D8F09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527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三层次架构、通信模型、事件流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D1759-1D5D-4E7E-8A86-7C97EFA0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95B30-5E7F-4139-8FB9-B3468631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9FB19-FC5C-41BA-AFE3-579409D7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479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前端详解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C359C-3683-4BDB-8D14-6D804E35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组件树、Zustand、UI 体系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EC047-35BE-4845-A7A1-71335426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16E4D-BCB5-4553-BFF7-121981CB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28931-E6A6-4125-A5DD-F14D14FA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861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Rust 后端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E62F2-DB6A-4C10-863F-C8BC459E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909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AgentEngine、ToolExecutor、AppState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B5854-0FF3-4B71-B1F5-2181605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3E6623-867B-43A0-AB64-29066C5C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1EF21-D930-4C9F-88F2-962DD3DF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861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 适配层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3D918-6686-4152-831B-DDE170B7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909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4种 API 格式、流式处理、容错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F4B26D-B5D9-43E8-84B7-C3FC5848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AF711-2C7D-4DB2-AA15-F721882B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6CAB71-ECDA-4B6B-BC40-844CD756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243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数据持久化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28A830-B7D1-4F04-B344-9F8E3148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291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JSONL / SQLite / TOML 三层体系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E42744-D518-41EA-8831-524D143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959666-0D6B-4422-8288-68B6D776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1205DE-AD9A-413B-8DC7-96B6E57F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243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移动端远程控制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79DCF4-BB1C-4C1B-80B1-EBC40BF3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291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Axum + WebSocket + QR 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7EF347-4072-4CEC-BCFC-6117B0FE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D628A0-0879-40E4-A258-19357977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B525CB-B745-46F7-87D3-0BC593E0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625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浏览器与录制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8B2027-24A4-4F78-A86B-B054946F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673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CDP 协议、操作录制与回放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6E595F-CFFE-4B15-8B97-79F85040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815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932066-5D81-43DD-ACD9-CC7FF7A7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815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578444-2A55-4003-ABEA-C2096113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625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SmartBrain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B4264B-9D08-4666-83FA-D4C8D4D6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673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经验提取、BM25 搜索、知识管理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D31577-E722-4282-8FA6-4523C78E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C4F992-9A5D-4F6C-8670-36AE862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324AB7-EA33-4D8F-B6CD-0D4B0918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007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机器人 / 插件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9D1ACE-3CE7-4D2C-B580-15319FA2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工作流编排、8个内置插件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0AE644-9E05-460B-ABAB-18C208E1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1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4DA6F7-9B23-45B8-A9FB-1A04CED4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19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3B2709-2BFC-420A-B671-18EB3505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007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构建与发布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D1F3EF-9A8D-4150-97A0-5F3F117F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Dev / Build / Publish 流程</a:t>
            </a:r>
          </a:p>
        </p:txBody>
      </p:sp>
    </p:spTree>
    <p:extLst>
      <p:ext uri="{BB962C8B-B14F-4D97-AF65-F5344CB8AC3E}">
        <p14:creationId xmlns:p14="http://schemas.microsoft.com/office/powerpoint/2010/main" val="4725583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C66B87-682A-48A3-96BD-50D435FC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3BF30-E0D4-4CDF-AF67-F34DD8A5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92BAE-656B-428F-B3D3-5958625E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FC9C8-A7D6-456E-89F1-B4706EA0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0CD12-81F6-4FC7-B0B2-CF6C037B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项目背景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93C63-242C-4169-B101-F35FA1D1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定位 · 设计理念 · 核心亮点</a:t>
            </a:r>
          </a:p>
        </p:txBody>
      </p:sp>
    </p:spTree>
    <p:extLst>
      <p:ext uri="{BB962C8B-B14F-4D97-AF65-F5344CB8AC3E}">
        <p14:creationId xmlns:p14="http://schemas.microsoft.com/office/powerpoint/2010/main" val="19252057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350B0-E0F3-44A2-B8A3-1CBA63D0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9A5E7-8837-4881-98FD-9D6DFB67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7F7ED-C027-4BB9-852A-513E66E8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核心定位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AF3FF-4C48-4879-B5F7-2F45105C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FCC2C-F5BD-4105-9822-8156DBC2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902A9-D141-4E59-9D2F-10A69882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1028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CN-Codex 是一个本地优先的 AI 编程辅助工具，以 Tauri 2 为底座，融合 Rust 高性能后端与 React 现代前端，在保留用户数据隐私的同时提供媲美云端 IDE 的智能编码体验。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1A095-4DCB-4F9F-9B8E-CE201FEE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FBBBD-F2D7-4C98-B92C-1B2F7570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🛡️ 本地优先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BFAEF-1D7D-41D9-B110-17049E28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952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所有数据存储在本地</a:t>
            </a:r>
          </a:p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无需上传代码</a:t>
            </a:r>
          </a:p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隐私安全可控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99839-1D77-42B9-80BD-0958292B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CD3DD-E1D9-42B6-97AB-DFB9A99F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⚡ 混合推理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8CCC9-9286-40D9-8517-0AD426BC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952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支持 4 种 LLM API 格式</a:t>
            </a:r>
          </a:p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本地资源池故障转移</a:t>
            </a:r>
          </a:p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流式实时响应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0AD0A-0206-476B-9D5C-780B1B9D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35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70BBC-DDF6-44E2-9D2F-529144B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🔌 生态扩展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AEAFB-0D95-4425-BDB8-2A6AD381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952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8个内置插件系统</a:t>
            </a:r>
          </a:p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MCP 服务器集成</a:t>
            </a:r>
          </a:p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子代理并行任务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76242-5A50-4F5F-98B0-BA0FF0B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FB159-E9E1-44C1-85CC-696306AE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27+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C65F6-7C86-496B-9225-E806F86C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技术模块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7F4D2-86AA-4425-AB8F-4246C650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339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40+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6B89D-4130-47F1-8710-A3F64F18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81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内置工具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45E4E-9743-4A50-9000-92C1A55A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339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236FC-3FED-4E13-8EB2-A1013EDA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内置插件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A7CD8-E374-4F91-A3BE-D9D5D05C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339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79956-214D-4030-8EC0-4643AF75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81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LLM 格式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A59FC-92E4-470C-A1B3-73912EF4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339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JSONL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50B6D-92DE-466C-A558-13EF026B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81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存储格式</a:t>
            </a:r>
          </a:p>
        </p:txBody>
      </p:sp>
    </p:spTree>
    <p:extLst>
      <p:ext uri="{BB962C8B-B14F-4D97-AF65-F5344CB8AC3E}">
        <p14:creationId xmlns:p14="http://schemas.microsoft.com/office/powerpoint/2010/main" val="17734205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E71EC-C364-41E9-A292-B13B94EB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8DD81-5215-4065-83A7-B9BCCBCB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50FBE-93E3-4DA1-B329-2DFCD039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核心亮点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4E32C-490D-41DF-B6E3-C5D1D2EF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01D82-AF0D-4665-A21A-EA6435AC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1447F-4B51-4622-9336-84EC534C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57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F24D4-8C20-482A-BCA4-99D8A3C1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457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Tauri 2 原生桌面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A96F6-E8E2-4E40-BED8-EDF8EBE6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Rust 核心 + WebView 前端，安装包 &lt; 15MB，内存占用低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BD9BC-19D7-45CD-8DFB-F6A5C3A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E7B7A-E867-461B-ACF6-9ADD965A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57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A8D88-D3F3-4242-AB5D-C47DDB21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457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Zustand 轻量状态管理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E812F-C914-4B83-AB28-DC6C9408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4个核心 Store：ChatStore / SessionStore / AppStore / UIStore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8321E-C548-4303-86A4-2011A3C5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63D7F-E4A7-4F68-A824-FFA9E1F9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57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259A0-5CF0-4736-9E6B-420F13F6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457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SmartBrain 知识沉淀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FB370-87CF-49A6-89D6-E00F507D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BM25 语义搜索 + 经验自动提取，跨会话知识复用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568A6-7649-4B6E-9272-1A3EFF10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F5648-04E3-4CD6-BE30-D150AAB6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7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7C31A-BA8B-4C7B-ADDE-C14E28B0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457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远程移动端控制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1E3B4-A22F-4077-BF38-E0450549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24250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Axum Web 服务器 + WebSocket 双向通信，手机扫码连接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698D1-EEE3-4008-A13A-AF3D4F94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80264-9786-4D7E-BD52-9BBF6B9B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7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0F748-043D-414E-A285-CFE06ADA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457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浏览器录制回放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226D8-B91B-4789-8AC1-8F2F467A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Chrome CDP 协议集成，用户操作可录制为可复用技能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AC0F6B-AC66-4486-9646-4ACBE186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4620C-1D6D-40E7-9E63-DE3FDBEF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57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585C7-3319-41B0-9721-7C072E90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05375"/>
            <a:ext cx="457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插件体系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CDDFD-0114-4323-80D8-F1051DE4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863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8个内置插件 + MCP 服务器，功能可热扩展</a:t>
            </a:r>
          </a:p>
        </p:txBody>
      </p:sp>
    </p:spTree>
    <p:extLst>
      <p:ext uri="{BB962C8B-B14F-4D97-AF65-F5344CB8AC3E}">
        <p14:creationId xmlns:p14="http://schemas.microsoft.com/office/powerpoint/2010/main" val="20117503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7A4CF9-0F79-4267-A637-CF648A67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163A8-7DD9-4EF8-9624-64655290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54B65-833C-4672-B0E0-4D3BB3EE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5CC60-D11C-4078-9DFC-5345E690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B466E-4960-4D22-AFBF-3247FE9D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技术栈全景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43AD3-06BA-42CC-8FB5-A3EE9108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Rust · React · Tauri · TypeScript</a:t>
            </a:r>
          </a:p>
        </p:txBody>
      </p:sp>
    </p:spTree>
    <p:extLst>
      <p:ext uri="{BB962C8B-B14F-4D97-AF65-F5344CB8AC3E}">
        <p14:creationId xmlns:p14="http://schemas.microsoft.com/office/powerpoint/2010/main" val="2504694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41A515-BE7C-42C4-9499-5E1C3631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793AD-145B-4424-A6D7-696DD0FF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BBD53-1403-4330-AFBD-2430DED8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前端技术栈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FEA24-AE08-4B1E-AFB0-19B2DCEE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6B797-E980-4052-A4CA-524B813E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0E46B-CE65-47F1-A66F-69C73143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874D-053B-4735-8A7F-17E52F36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954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6F20E-51F0-45A8-BF59-6B6A6E10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UI 框架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59B27-EF0C-428D-BE20-0E7F90CF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函数组件 + Hooks + Suspense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12CAA-CACA-455E-9674-CB17D250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4CF3E-9CF0-4976-BE01-40B7F6C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D662D-A0EC-4E69-B6AA-0B710D17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A166A-C834-4068-B629-D72DA129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类型系统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27196-65A2-4BE7-9B61-7A75104F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383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严格模式、泛型、类型推导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0E3DF-914D-4392-B70D-09F35D54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BD8C5-C97B-4D82-9ED9-6F89BDEE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BF690-E5E5-4B47-9708-D3909F7F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Vite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FFEBA-37CE-4DE0-9379-7CC4AEDA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构建工具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A57E6-809D-4F95-ADE2-98B5CCA8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ESBuild 编译 + Rollup 打包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EFB33-4E6A-4499-88B7-D6BF5467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A9AC4-CCF6-44E7-ABD1-E091BFF6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E509E2-CD44-4954-B4E5-DC8E4074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Zustand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F7E289-5ED5-4D00-9CAD-E92C1684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状态管理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49F91-9764-4200-A84E-99D2467C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099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轻量 Store、4个核心状态模块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6B2E1-E7CC-44C0-9ED3-CD2542C8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80E247-0DD7-426C-B88E-3BFC24DA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C48039-BAE7-46C3-B29C-C1353326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 Router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043D6-4880-4D95-A49D-A5FFEE80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路由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B494B-BBBE-42B9-B9A7-AE5EC36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BrowserRouter + 懒加载路由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D62D78-9504-477F-A291-27377DF9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77442E-1235-427E-B0DA-DEA1ADAC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5C7E05-83FA-4B07-B9BA-3EFDE796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B6DDF6-5429-43CE-B9F2-D2D6A9E0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样式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406EBB-8B1C-4627-955D-10C2ABAB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CSS-in-JS + 响应式设计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6B3A17-2BB5-431D-BFE4-CF390539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9EC126-16BB-4BF2-A280-EF7F1E51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0BEFD3-E8E9-4F1E-9F2F-53C4C08D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react-markdown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F33F1D-C2A6-4199-8B03-FE1FC2FF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769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7C7040-BFBF-4C83-9D68-93FFE2DA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673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Markdown 编译 + 语法高亮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8972EA-42F0-44D7-8E35-E3B85DFC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382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核心 UI 组件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8FE64D-671E-4C93-A2A2-6B92CEB8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DF97B1-DB66-4626-9722-BC0E69D2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@heroui/react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C4C8EE-9318-485C-97D4-C172F148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Button / Input / Modal / Table / Tabs</a:t>
            </a:r>
          </a:p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Popover / Dropdown / Tooltip / Avatar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90D8B7-9B94-4102-A555-9059E393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FD6B78-C903-4301-8E25-69556DF6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@xterm/xterm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24A1E9-7D9A-40EA-B9CD-4855F567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终端模拟器前端</a:t>
            </a:r>
          </a:p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全功能 Terminal UI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2DC8A2-3FB0-4425-ACA4-992941B6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6846E0-0827-4B8C-A2B2-7AF153D5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react-intl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B23408-D05C-4BF7-9986-2324A230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国际化 i18n</a:t>
            </a:r>
          </a:p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zh-CN / en-US 双语言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D12BCC-0163-4D0A-9AFA-FC1AA61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95875"/>
            <a:ext cx="5143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EC489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58F237-1863-43FA-8CDD-408CB64E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lucide-react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B71A1E-28C0-4A02-AA13-4767ECF9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图标系统</a:t>
            </a:r>
          </a:p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SVG 图标组件</a:t>
            </a:r>
          </a:p>
        </p:txBody>
      </p:sp>
    </p:spTree>
    <p:extLst>
      <p:ext uri="{BB962C8B-B14F-4D97-AF65-F5344CB8AC3E}">
        <p14:creationId xmlns:p14="http://schemas.microsoft.com/office/powerpoint/2010/main" val="16769953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F2A0C-94A4-4461-AFC9-F9A25473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D13A6-B2AD-4534-8F28-261DDA8D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351EA-1EF5-4675-9BBF-33954DA2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后端技术栈 (Rust)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4DF10-FF02-49FE-8CB1-73549562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ACE2D-89B6-4BAC-BD87-9AE5FFC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5095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67364-DB2D-4E92-8BC5-546B6E6A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B17C3-0C44-46D9-99D8-ED5B0755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954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tauri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E500F-FB4E-4FD1-8A36-7306913B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桌面框架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0931A-FC8C-40D1-8157-A149F7A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333500"/>
            <a:ext cx="2905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系统窗口 + Tauri Commands + 事件系统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A764D-EF12-4047-8B9B-C61CBF37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38250"/>
            <a:ext cx="5095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6E162-13FE-471C-A10A-899616F7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382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7E8C5-8E06-460E-B319-A1F20D21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2954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tokio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CB51C-9B99-441A-9B1E-43DE6F30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5335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异步运行时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6F727-F1A8-4E4A-BF39-F71A5BAC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2905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async/await + 多任务调度 + 事件驱动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99E6B-D3A3-408F-91D8-B42A07B1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095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A967E-E41F-41D7-B59D-6C188796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000AC-9EEB-4F33-9897-7CFA17F6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serde / serde_json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25E65-4284-499D-99EB-DECFFA3D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02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序列化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50205-6F79-4E03-8A4A-5F106A83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00250"/>
            <a:ext cx="2905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JSON/TOML/YAML 双向序列化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F80D0-C98C-4732-8B17-7BFB2BF7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05000"/>
            <a:ext cx="5095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B2A3F-B38C-47F3-BAA8-EAEE6749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050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9AB45-1229-4031-B9D3-4BD00B98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621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reqwest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BF612-4845-462D-8DAD-DD3F5C01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002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HTTP 客户端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87F54-C933-4B8E-9F26-1D880BBA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905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LLM API 请求 + 流式响应处理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D5D35-FFA6-4D4B-8043-59F37797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095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C86D1-7E97-4E76-BF42-ACF93ED3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0E966-4D54-498B-8CE4-602B207E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rusqlite / better-sqlite3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2CAD5-4750-4D25-9109-D7DFDD1F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数据库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D206D-AAC1-49E0-81D6-8F35656A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67000"/>
            <a:ext cx="2905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SQLite 用量统计 + 资源池状态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A75CA9-A355-40C0-A9AE-6294ACEC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71750"/>
            <a:ext cx="5095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74E144-82B5-459B-80F0-A9B10E2B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9281A2-2AC4-48A4-A3B0-3734AF8F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289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portable-pty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23BFE-F5F8-4B57-8A37-4554D6DD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终端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042BCA-BEA6-4045-A94A-4BDDB6E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905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PTY 创建 + Shell 进程管理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362282-D4DD-4FD0-BF27-C61F4EC9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095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900821-F1AB-4B74-8C24-907F1408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E47ADC-CE63-437A-A959-B7F7AAED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axum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712DA3-8752-415C-972B-D8FB9DD1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337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 服务器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00C9CD-8B8A-4490-94BC-9BD8F46F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33750"/>
            <a:ext cx="2905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远程控制 + REST API + WebSocket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C0DE1B-4C5D-4DFC-9442-65603EED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38500"/>
            <a:ext cx="5095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FC5B2A-F090-4E42-B56C-B6961CCF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385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B157BF-52E2-40BC-B0D7-2E555998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956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tower-http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656190-4EF8-40FD-86B3-9B7EA65C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337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中间件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4D6F1F-DF4D-48E4-AE06-D04F77F9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905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CORS + 日志 + 限流</a:t>
            </a:r>
          </a:p>
        </p:txBody>
      </p:sp>
    </p:spTree>
    <p:extLst>
      <p:ext uri="{BB962C8B-B14F-4D97-AF65-F5344CB8AC3E}">
        <p14:creationId xmlns:p14="http://schemas.microsoft.com/office/powerpoint/2010/main" val="11620936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83CEF8-F47D-4067-9AF7-83AA76BC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69F10-5A2D-4EF5-AE86-D19B35CE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9DA3C-A414-4FDF-9A1F-5127566E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783B3-CAFF-4B8B-A730-3F991740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666CB-C271-4E17-81BA-93FCFC0E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整体架构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BDE6C-DE23-4E37-A93C-E3A10822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三层次架构 · 通信模型 · 事件流</a:t>
            </a:r>
          </a:p>
        </p:txBody>
      </p:sp>
    </p:spTree>
    <p:extLst>
      <p:ext uri="{BB962C8B-B14F-4D97-AF65-F5344CB8AC3E}">
        <p14:creationId xmlns:p14="http://schemas.microsoft.com/office/powerpoint/2010/main" val="9266058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71DBE6-1490-456D-97DD-60889D05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9C64E-717E-4082-B54E-D02AAF43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50ACC-7692-4A47-B7E5-FCBBC2E7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三层次架构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F79E8-BB8A-42AC-A01D-49A03346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31B2D-0FCE-4906-9865-E818F4E9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56E32-7112-4140-88FE-2842AE4B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 1: 前端 (React + TypeScript)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AF357-FC65-4138-AAD7-A9942B41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9AAC7-789B-458B-A0CD-AA669448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UI 组件层 — React 组件 + @heroui/react 主题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状态管理层 — Zustand 4个核心 Store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API 通信层 — Tauri invoke / Event 系统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文件操作层 — 对话框、读写、拖拽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D3B13-DD74-450A-A12B-F80220D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7F0E1-0129-4269-8C81-ACA2950A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 2: Tauri Bridge (IPC)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CE18A-C26E-4B55-9260-F040219E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F1292-B12F-4974-8E14-92776FA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Tauri Commands — 30+ Rust 函数导出到前端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事件系统 — event_emit / event_listen 双向通信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资源管理 — 窗口创建、文件系统、剪贴板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0890C-A11A-471F-AE89-A50C6E31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7B992-F5D4-49F0-BA7F-4D9742B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 3: Rust 后端核心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94545-2208-4506-BC8E-6C836576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8D4F4-BE4C-4282-A5CD-F4E646C4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10287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AgentEngine — AI 会话循环引擎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ToolExecutor — 40+ 内置工具调度器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Adapter — 4种 LLM API 协议适配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ThreadStore — JSONL 线程持久化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SmartBrain — BM25 知识检索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● LocalPool — LLM 端点故障转移</a:t>
            </a:r>
          </a:p>
        </p:txBody>
      </p:sp>
    </p:spTree>
    <p:extLst>
      <p:ext uri="{BB962C8B-B14F-4D97-AF65-F5344CB8AC3E}">
        <p14:creationId xmlns:p14="http://schemas.microsoft.com/office/powerpoint/2010/main" val="10192016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CF1C93-2A81-43F9-B83E-1403B832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771C6-EDE6-42FD-B66D-3FA47034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9A460-72CA-4F48-AB48-183E50B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通信模型与事件流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FEFF1-2952-4CDA-9321-24DEC8E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75A1E-37DF-4EA3-9BA4-D382C321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F2A2C-591E-45EE-9565-EB4F6D98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前端 UI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(React)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47AE9-3F80-4D80-8533-0C05E304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39BB9-5531-4A7A-8EEF-6D49C6F6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invoke()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396EE-4572-4508-AB7F-2274E0D2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55BA2-0691-4FD3-97C4-7BAD99F4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Rust 后端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(AgentEngine)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F0A56-2DDC-4B89-ABC2-1086D632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8A1E2-FA70-480F-9567-4EFA6D5C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 API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(External)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43322-6CA9-4AC6-B425-3247A8C2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19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invoke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07BF5-7435-487F-AC98-FFE30388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19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handle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8BD35-BDEA-4648-AFEB-7D04A0B9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HTTP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FE519-9644-4BF1-A521-708BDF5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事件通信机制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EF09C-AF7E-45C5-B6FB-F1CA645F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668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A2C56-91B6-4365-AF65-7EB6FBE9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7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3BF17-6A7A-4612-AC26-5BD15767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event_emit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CDD0B-B777-44D8-96DC-8978115E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Rust → 前端：状态变更通知、流式 Token 推送、进度更新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C4CAB-1852-4FD6-AD42-1469F410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2E86A-CB67-4A62-8EEC-CA0CE2CB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969CB-B0B8-47BA-A5CE-837CDAD6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event_listen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E68E8-73E2-47F4-A30D-9744747B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前端 → Rust：用户操作事件、取消请求、设置变更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463ED-22A9-45C8-B4B4-C9CB69C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3A3DE0-CC5E-41A0-80FD-0A49AE9E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7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ADE8D-C590-4FB8-AD11-CD2CDFBD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52950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approval_tx/rx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8CB34-FDDD-4E05-8FC4-6BED8EC4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协议层审批通道：apply_patch、文件操作等前置确认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F7D28-7F8C-4758-B6A6-0487FAE0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4A5B2B-ECCC-492A-850C-C7106C58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5715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💡 设计要点：所有外部 API 调用均异步非阻塞（tokio），用户界面永不卡顿。审批通道确保关键操作需用户确认后才执行。</a:t>
            </a:r>
          </a:p>
        </p:txBody>
      </p:sp>
    </p:spTree>
    <p:extLst>
      <p:ext uri="{BB962C8B-B14F-4D97-AF65-F5344CB8AC3E}">
        <p14:creationId xmlns:p14="http://schemas.microsoft.com/office/powerpoint/2010/main" val="9389187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AC92B-FD65-4B15-AAEC-2ADF1474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882B9-A0D7-4B7B-8246-8937A630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0C1A6-9ADB-40BC-8BAC-E9588BF6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74CE4-B1A6-4A9C-9BAD-22647B0D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2DFFD-7015-4BAE-881B-03697F63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前端详解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C61CC-409C-4435-9DD5-3AE0BB61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React 组件树 · Zustand 状态管理 · UI 体系</a:t>
            </a:r>
          </a:p>
        </p:txBody>
      </p:sp>
    </p:spTree>
    <p:extLst>
      <p:ext uri="{BB962C8B-B14F-4D97-AF65-F5344CB8AC3E}">
        <p14:creationId xmlns:p14="http://schemas.microsoft.com/office/powerpoint/2010/main" val="19214333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FA33B6-41B6-4000-85A7-6306FC3F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E9A13-5392-4E4A-B49F-A70B311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1969F-36B6-4E14-83EE-69860ACD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 组件树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77E0D-CF65-4738-803E-8450D012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175B1-D2FB-43ED-8247-5D1197DC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43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E2ECF-6B61-48EA-BD27-C4414969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43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&lt;App /&gt;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5DD04-B614-4DBD-8D33-19D280CC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073FB-DEC9-4C9C-A4BD-D331683D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85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AE60D-868B-4E50-9956-9C6228AF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4EE7A-B6B8-45B7-8C01-1191D33F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&lt;BrowserRouter /&gt;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5A635-E35B-4699-BC63-8EFB57DC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90750"/>
            <a:ext cx="-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1E1DF-49F5-4B99-B835-3171B0BB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BA3C2-C7AE-4572-89BA-4666DEDF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38344-DBE9-4366-9C57-67AA4E76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&lt;Layout /&gt;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0DA4F-E328-4732-B93B-6132F430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-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2FB3B-8D3F-48E0-AB24-AE557D05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2809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20A6F-F7FD-4154-A17D-C7D8B08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3429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A8E13-10C2-4CB9-B4A9-B761C8C2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3429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&lt;Sidebar /&gt;</a:t>
            </a:r>
          </a:p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导航 / 会话列表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47469-8CCD-41CD-A60F-5E94641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-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C3E91-722C-47BF-954D-56A0569A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0558D-4936-4D52-8108-C3BA9447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35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70C77-CFC1-4A35-8FA8-087FC2BF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&lt;ChatView /&gt;</a:t>
            </a:r>
          </a:p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主聊天区域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65E74-C822-460F-84CF-7FE3FE03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0DBD3-1F83-484A-AC42-8BF6DCBF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9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9C4F7-0C9A-4818-96B1-3A1D4F1E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1993D-ECAA-41D3-9D81-00F0852A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&lt;DetailPanel /&gt;</a:t>
            </a:r>
          </a:p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文档 / 代码详情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4EAEB2-DF19-4C57-B0DC-CEEFC08C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67BD3B-F1C9-4C25-A9AE-7D192D43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9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B69D15-9A05-4BD8-AF23-FB2C4EE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376826-9D2D-4900-8A7E-5F702BCA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&lt;StatusBar /&gt;</a:t>
            </a:r>
          </a:p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状态 / 设置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259A48-3D6E-4F14-9F00-FD317BA2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907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44757D-64E5-46F5-85EE-F8224709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C532BF-6ECF-4C89-AB7E-1E8E9C4B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046416-7AB8-40C6-AC41-D58F91AB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&lt;SettingsPage /&gt;</a:t>
            </a:r>
          </a:p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配置管理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5F73C2-6C64-43CB-B99C-91E37479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90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F98DFB-57EC-40FB-8239-42CF1AA7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829606-9886-48AD-AF9D-669B6D4A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EC489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6D380F-6886-4E95-893F-E47F8984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&lt;DiffView /&gt;</a:t>
            </a:r>
          </a:p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RunSummary 对比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E9CCB8-A89E-42A9-B938-CC2DAA47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路由结构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88AE10-B620-4A0F-8D0F-6076147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1A84AD-6533-4C88-9EC1-50FFA9B1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816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/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7D2CB8-0866-478E-A734-A5C2F41E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91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ChatView — 主聊天界面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820D90-2517-42E7-B77A-FE578DBF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7B56F8-A234-447E-9A55-0200B7F0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054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/settings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0EE5E7-55FA-4CA7-9A4A-79767568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150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SettingsPage — 设置页面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07C00F-C91A-4F01-8888-B0E77428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EBF3A5-8DBA-4E0D-A143-0BA10FC4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293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/diff/:id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B23709-F341-4CCA-B694-05345DE3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389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DiffView — RunSummary Diff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0372E0-039E-4030-89FD-41C59B34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关键设计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B16B32-1C4D-4A0F-8835-D7F083F1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911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懒加载：路由懒加载 + 组件 Suspense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EEC23A-AB2E-47A4-B794-3F899B2C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76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响应式：Tailwind CSS 响应式断点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A15AFC-3221-478C-B8CF-B763DDE7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62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主题：@heroui/react 深色/浅色主题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5CF66A-440E-429A-8210-1176137E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483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国际化：react-intl zh-CN / en-US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54C11E-DFF5-4340-8D5B-DA171964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341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对话框：Tauri 原生文件对话框</a:t>
            </a:r>
          </a:p>
        </p:txBody>
      </p:sp>
    </p:spTree>
    <p:extLst>
      <p:ext uri="{BB962C8B-B14F-4D97-AF65-F5344CB8AC3E}">
        <p14:creationId xmlns:p14="http://schemas.microsoft.com/office/powerpoint/2010/main" val="4240342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AB3DA-1960-4D39-9E3F-62E546D4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E26BD-6C39-4A2F-B0B0-0F4F7554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89645-A37F-49AA-82E5-DCDE7DDD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Zustand 状态管理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DC423-3EE5-4990-929C-75C2BBF1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A6C99-83A8-4265-9F1B-C9A42DAF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5048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C7D14-43E1-4B2F-9B09-A7AF016F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57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ChatStore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EB6B-78FC-449B-9DB8-E24C4D72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002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消息列表、输入状态、Streaming Token 缓冲、模型选择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C2839-F562-4788-9797-DDEE2D86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C1182-F0D3-415E-AC45-07BB4F4B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addMessage / updateMessage / deleteMessage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setInputText / submitMessage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appendStreamChunk / clearStream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05883-9340-48AF-91F5-4A0C1C9C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048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635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4E99D-F09C-4609-9F2E-22DC3674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57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SessionStore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F0416-56DB-4DCB-AD55-35419353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002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会话管理、线程历史、上下文窗口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0AE92-5471-40E4-BBF4-9138CBA1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15961-2ABB-4015-A658-C55CD059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createSession / switchSession / deleteSession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loadThread / saveThread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compactHistory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3B125-89A8-439C-8819-2F699676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5048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2876B-3D06-4969-B8DD-3E0EB85A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AppStore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2BE8D-CA63-4D6D-88B8-951CCD83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应用全局配置、主题、国际化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BACAE-E914-4A88-9935-7C832CC8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00F11-CE5E-45CC-AA95-FFE0CC0A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setTheme / toggleTheme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setLanguage / switchLanguage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updateConfig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FD89C-6435-4770-AFDF-2BDD59CD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048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06B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C44FD-7055-40FD-8EB9-81361A2A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29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UIStore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2247D-60FD-4465-837E-0C0A0FB1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719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UI 交互状态、弹窗、面板显示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8B460-89F2-4463-B84D-983C0C69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63445-C9FA-4707-9388-C6B4322C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72000"/>
            <a:ext cx="476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toggleSidebar / openSettings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showNotification / dismiss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setDetailPanel</a:t>
            </a:r>
          </a:p>
        </p:txBody>
      </p:sp>
    </p:spTree>
    <p:extLst>
      <p:ext uri="{BB962C8B-B14F-4D97-AF65-F5344CB8AC3E}">
        <p14:creationId xmlns:p14="http://schemas.microsoft.com/office/powerpoint/2010/main" val="184080180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94F999-3948-4257-AD1F-1A4CF9E8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B8C38-D7BA-4CB6-9CE9-7BC9D776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B9030-A796-44AB-9F92-E5B4666D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层封装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7848D-DB90-48E1-9496-94A3CEDB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BF0AE-3EA0-4CEA-BA64-5648151D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619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37406-0B1E-4A20-A733-29933454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5905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invoke 调用示例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import { invoke } from '@tauri-apps/api/core';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发送消息 (async/await)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const response = await invoke('send_message', {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content: 'Hello!',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model: 'deepseek-chat'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带回调的流式调用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await invoke('chat_stream', {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message: 'Explain Rust...',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onChunk: (token) =&gt; {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appendStreamChunk(token);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事件监听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import { listen } from '@tauri-apps/api/event';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const unlisten = await listen(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'stream-token',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(event) =&gt; handleToken(event.payload)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906AD-D827-430D-BC7C-F0E260E3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常用 Command 分类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8AB0D-926A-42F7-8B60-E140C397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716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ADF86-8025-4C1D-82AA-5D4ECE24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71625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2E07C-8713-4117-8FBF-6836824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聊天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F0E88-6AA6-49A3-8FA2-E642E1C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3832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send_message, chat_stream, cancel_chat, get_history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26CE8-0560-47B5-992E-9C8477B3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7BDE2-9C2B-4395-981E-0F1E94FC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4677B-CD6F-4822-AD40-A396D1B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会话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F5340-C6B4-4B55-9FA3-52D9DAF8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create_thread, load_thread, save_thread, delete_thread, list_threads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DA381-C78D-478F-8354-806E2A9B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051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22FEC-B8C7-4087-BD84-8DF45E67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05125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EF6F2-8D79-4E0B-ACB0-79692D0C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800FD-7232-47AA-A0E1-F7F9D9F7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7182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get_config, update_config, get_system_info, open_settings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5242A-C12D-4D5C-BD07-73ECA77F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F0773-C82F-4BD1-B19C-72C31B0D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3FAD3-E754-42FE-A60A-360042B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195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3673E-3A6E-4AF0-848F-EF8B5EDA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385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read_file, write_file, run_shell, apply_patch, web_search, web_fetch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E2E6C-0B84-440A-BB5E-2F2D680A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38625"/>
            <a:ext cx="400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F4E3C-F4B1-4D6B-A439-E5FE8239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38625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C5E2E-D949-495E-970A-D371B2AE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862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智能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15775-64CA-4072-BAAE-5A009DDE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0532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smartbrain_search, smartbrain_save_knowledge, smartbrain_query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C69B6-B035-4900-88E4-92FEDF1C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事件系统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8B45C9-E8EB-4BA7-B4E8-D021D87D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stream-token — LLM 流式响应 Token 推送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9136F8-02C1-4D3D-950E-F325FCBB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244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approval-request — 审批请求（文件操作等）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B94854-36D6-4F96-91DE-43DC81D4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91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notification — 系统通知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286276-A219-4464-A42F-F261B271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progress — 进度更新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DFCE95-4CF1-4CAD-B85A-F7443865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245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config-changed — 配置变更</a:t>
            </a:r>
          </a:p>
        </p:txBody>
      </p:sp>
    </p:spTree>
    <p:extLst>
      <p:ext uri="{BB962C8B-B14F-4D97-AF65-F5344CB8AC3E}">
        <p14:creationId xmlns:p14="http://schemas.microsoft.com/office/powerpoint/2010/main" val="53131080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2EE58B-CB01-4DF7-9E6B-911F18BA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22347-2C22-41B6-B773-42ACE45A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0F796-5ECC-4103-9B95-96C9BFD6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15C36-8DF9-4EB9-B68F-7E786AC1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B3D89-3521-4579-922B-996171D7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Rust 后端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2B993-0079-44D8-AB93-88098F27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AgentEngine · ToolExecutor · AppState · 27个核心模块</a:t>
            </a:r>
          </a:p>
        </p:txBody>
      </p:sp>
    </p:spTree>
    <p:extLst>
      <p:ext uri="{BB962C8B-B14F-4D97-AF65-F5344CB8AC3E}">
        <p14:creationId xmlns:p14="http://schemas.microsoft.com/office/powerpoint/2010/main" val="201407704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71A9A2-0C66-4E5B-ABF6-4B9AD7F9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74BBE-96E1-4ADD-97A9-8BF4BE50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1D771-AC59-4EB2-96F1-6A5EF2BE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后端模块架构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8607B-59FD-404A-8B7A-1C24253F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048F2-39F5-4902-8DAA-CFB37FA6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897E4-A471-401B-A984-D4E8133A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E6012-69F7-4BB3-88E9-0CBDC780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核心引擎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3BE29-CB87-4BE2-B062-1EDA5813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agent_engine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tool_executor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goal_orchestrator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4058E-530E-4B88-B9CF-0CD6F92C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4300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ED2CF-5AB0-46FC-991F-FE21682A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430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02B36-8E54-455F-BF99-A2D38B24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2763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AI 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2C498-5476-4619-8D16-3C91911F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1925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chat_adapter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responses_adapter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anthropic_adapter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gemini_adapter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EC07A-B7AA-40B1-A8FE-46AD5CCA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3560A-710D-441E-9D2B-19C07FA5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5B4D3-D60C-43BA-A097-9FDBE938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763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数据层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14FDF-C36C-45C8-8ECC-A11146A3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thread_store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sqlite_store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config_system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37FD0-7416-4CD3-A7C9-FFCF1405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14300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E00CD-CB4A-46AB-B43E-192BC23B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1430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5991D-1717-4C4D-A7F2-8453852E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2763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通信层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E0DDE-159C-45EC-9920-3F518018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1925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protocol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event_system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invocation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CA387-52BB-48C4-B267-3989F83D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3C8B7-B70F-46D2-8470-68C1A62B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56485-7E1D-4260-9393-1C2681EB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智能层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F4188-A557-4584-9B4C-7688BB47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smartbrain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bm25_search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knowledge_base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FE563-7798-485A-ACFF-D48EF30E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848EB5-68E7-42B6-8704-9C663F61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02520-1380-4BCA-903C-C0C909C1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工具系统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B09F86-44DA-4057-8A47-15843454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9100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shell_exec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file_system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web_search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web_fetch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810255-B811-4802-8609-B3C3D519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7B267E-642D-4C01-A47F-C5E7904C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3BE4DA-A0E5-459A-88B3-386F6BB4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扩展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32B88B-EFDA-4E50-AA02-9FECB1B2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plugin_loader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hook_runtime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mcp_client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19F37B-B26B-4B83-A216-8A3FFE25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1475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F389A2-0105-40E2-B283-F9316D6B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14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77AE1-0773-4088-9277-9D5B924A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481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基础设施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BD463C-2FCA-4D59-AFBD-ED366B6B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9100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local_pool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ocr_engine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terminal_pty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window_manager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◇ recorder</a:t>
            </a:r>
          </a:p>
        </p:txBody>
      </p:sp>
    </p:spTree>
    <p:extLst>
      <p:ext uri="{BB962C8B-B14F-4D97-AF65-F5344CB8AC3E}">
        <p14:creationId xmlns:p14="http://schemas.microsoft.com/office/powerpoint/2010/main" val="22160260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F8AB6F-4180-4785-B5F8-8DDF1EF6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8E33F-D630-4F3C-AE58-CD10E2BB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3F07E-E5DD-4270-92DC-90A0E218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AppState — 全局状态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10AA2-6D4A-4CAC-9AC0-93AA9845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608F2-87FE-4919-B096-ADC3ABE4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5715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722FB-45BC-4161-A76F-1F729765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5429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pub struct AppState {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/// LLM 客户端适配器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pub adapter_manager: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Arc&lt;RwLock&lt;AdapterManager&gt;&gt;,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/// 会话线程存储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pub thread_store: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Arc&lt;RwLock&lt;ThreadStore&gt;&gt;,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/// 智能脑引擎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pub smartbrain: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Arc&lt;SmartBrain&gt;,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/// 终端管理器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pub terminal_manager: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Arc&lt;Mutex&lt;TerminalManager&gt;&gt;,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/// OCR 引擎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pub ocr_engine: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Arc&lt;OcrEngine&gt;,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/// 本地资源池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pub local_pool: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Arc&lt;RwLock&lt;LocalPool&gt;&gt;,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/// 应用配置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pub config: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Arc&lt;RwLock&lt;ConfigSystem&gt;&gt;,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DF5D0-EFF4-41EF-8378-58D27D4B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为什么使用 Arc&lt;RwLock&gt;？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B8E04-4E09-44C6-9DC3-816BBB79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9754A-A774-4385-B3C9-BDEB7EF3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B6572-C9AE-4E33-AB41-91900804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多线程安全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9FA4A-0FFE-4E2D-866A-4AF06CEA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Tauri Command 在独立线程池运行，所有状态需线程安全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C4234-8D6A-418A-B1A9-0586E77D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C228E-638E-4D4B-8182-86C5469B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CE3A6-C544-4F0D-8AC1-15B4D4E3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622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读写分离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9B4B9-9C61-48BD-8D8C-743DDAFD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读操作（query）无需等待写操作，提升并发性能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2A8BC-5F40-4FB2-B7BF-614B4C8D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4D071-D3A7-43EE-A739-49CDD59E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FDBCE-9729-479A-AD73-94289F76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全局单例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1661D-E091-455C-8020-02AD0819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956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AppState 在 app setup 中初始化，通过 tauri::State 注入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5A4F3-B6A4-47EA-95E8-1C0C5959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181AA-D005-408F-80DA-09CE1C81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C6701-F73F-4E4A-B4FD-ABBA711F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Tauri 集成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5569D-14AC-41A8-BE47-0DA1933B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通过 extractor 模式自动注入 Command 函数参数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9F360-C7AE-410E-8A38-299CD33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635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AA4E37-3875-414D-A77D-6543E622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28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💡 所有模块通过 AppState 共享，Command 函数通过 tauri::State&lt;AppState&gt; 参数注入，前端 invoke 调用时自动传递</a:t>
            </a:r>
          </a:p>
        </p:txBody>
      </p:sp>
    </p:spTree>
    <p:extLst>
      <p:ext uri="{BB962C8B-B14F-4D97-AF65-F5344CB8AC3E}">
        <p14:creationId xmlns:p14="http://schemas.microsoft.com/office/powerpoint/2010/main" val="142105785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C29AA6-E2ED-4E51-A7BE-FD9C541D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4E091-4F06-424D-BB9A-44DC501F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6FBCB-19CB-413B-977C-ADD08475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AD826-BAD0-48DB-86C2-9C66611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7BE30-3222-4886-959D-D4ED079B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核心引擎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56FE6-2220-4A92-BA3F-E11D9718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AgentEngine · ToolExecutor · Goal 模式</a:t>
            </a:r>
          </a:p>
        </p:txBody>
      </p:sp>
    </p:spTree>
    <p:extLst>
      <p:ext uri="{BB962C8B-B14F-4D97-AF65-F5344CB8AC3E}">
        <p14:creationId xmlns:p14="http://schemas.microsoft.com/office/powerpoint/2010/main" val="4836831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E9A5A-CCA9-4CFE-B293-34D3B014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606D5-E1E7-4151-B3A5-B2F069FC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71F2F-2543-47C7-85C5-7B5A2CAF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AgentEngine 运行流程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34D1A-8BB8-401F-9A0E-9C5A92C4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44252-6AE0-411B-A555-231DA4B4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A041D-D5CE-44DA-81A7-4588C799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4D2E7-A857-4A36-99AF-49BA85C2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8B7FE-DF47-45DF-AFDB-D2F1C329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6C6FC-4DB6-4BE5-9697-04D4B03C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接收输入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37190-7D7E-4935-9D53-C83E9E2A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466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接收用户消息和当前上下文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88D70-E29E-476B-AC5E-A171FCD8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14300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3BB05-1D2C-4C28-B355-2FB9FD01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1430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BD6D3-30EE-404D-8BD5-D890DC45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D6426-CBBD-43FB-970D-AE421AA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8610C-39FF-49DF-9CC7-5895667D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62125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构造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DC06C-7B75-4B72-AA38-8ABA4059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1466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组装 System Prompt + 历史消息 + 工具描述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13863-F7EE-4C83-8D25-CFF9D433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14300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B9579-935A-4035-85BD-E7AF19E4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1430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9D895-5537-455E-BA1C-E386BECA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3BC4B-B6D0-4F72-8601-B296A054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13598-AFC8-4C60-B83C-8FD1872A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62125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调用 LLM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2DC58-91E1-4385-AA08-7528B886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466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通过 Adapter 发送请求，流式接收响应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67B69-59CF-4706-B777-5F4EEF1B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14300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9C5EA-30EC-4E93-A91A-9918C31D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1430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5C7AE-F389-4E2F-81B0-345A19C7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E5A40-AB5B-4670-A525-026EE2D2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D7AF2-681B-4B8A-9A9A-727000C1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解析工具调用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9C4440-5AF4-40DC-9440-85ED199A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1466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解析 Function Call / Tool Use 请求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1885F-0DCA-41CA-A4E6-EA5145B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4300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204043-3CE5-4960-9791-4A948AFF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430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67FDC2-3A99-481C-9BDE-D142E7C0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8EF55C-0D31-49A9-B408-4E0C55B1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849949-65FC-4B20-8F6D-85CC765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62125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执行工具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874391-1F45-4482-8EF3-942B15DF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47875"/>
            <a:ext cx="1466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ToolExecutor 调度执行，返回结果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172620-5D91-47A9-91A8-517A1D21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4300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53B8F9-2A1A-4C3D-A66A-7C4A9A2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430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BFEAC1-5F95-413D-8F57-D5B2AD72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3EB301-260B-4A22-8A15-69469732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2858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C983FD-699B-4A7B-AD6B-E8FDD54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62125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迭代循环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DBB085-746F-498B-8D41-EB25C507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47875"/>
            <a:ext cx="1466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将工具结果 feed 回 LLM，继续下一轮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8F1A22-DF8C-4C1E-816F-7198E8B7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250D60-CC9D-4F93-9993-81FBA6ED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⚙️ agent_loop 核心循环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090877-B35F-4BCB-BD27-D6137BB7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0287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loop {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let response = adapter.chat(messages, tools).await?;  // 调用 LLM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if let Some(tool_call) = response.tool_calls {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let result = tool_executor.execute(&amp;tool_call).await?;  // 执行工具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messages.push(ToolResult { tool_call, result });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continue;  // 继续循环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}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break;  // 普通文本响应，结束循环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978481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C1A656-60F9-4ED0-8C25-C3161540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6E064-3E0B-446A-BB63-1A6F1A9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68FB2-5C04-4DB0-8C9B-F10EA95D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Goal 模式自动循环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BB909-BAB8-4770-A82F-33A13D86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AD4D9-D290-42D4-A22D-22D8D51A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Simple Chat（简单对话）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F8A98-773B-4473-B04F-5A9BDDB5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953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DBEDD-2A89-4DE1-927B-542E455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667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单一请求-响应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let response = adapter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.chat(messages, tools)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.await?;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解析流式输出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for token in response.stream() {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emit("stream-token", token);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如果有 Tool Call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if let Some(tc) = response.tool_call {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let result = exec(tc).await?;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 将结果返回给用户</a:t>
            </a:r>
          </a:p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CC1A3-8F20-4F20-8CA7-B5F8CB4C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Goal Mode（目标驱动）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61F9C-0F34-4221-9805-729A912F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143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C2328-31F8-4335-96F3-82D5949C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4838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// 自动迭代直到目标完成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pub struct GoalOrchestrator {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max_loops: usize,       // 默认 25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max_tool_rounds: usize, // 默认 40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goal: String,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plan: Vec&lt;String&gt;,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loop {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// 1. 执行当前步骤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let result = execute_step(step).await?;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// 2. 检查完成状态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if is_goal_complete(&amp;result) {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    break;  // Goal achieved!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}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// 3. 更新计划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plan = llm.update_plan(plan, result);</a:t>
            </a:r>
          </a:p>
          <a:p xmlns:a="http://schemas.openxmlformats.org/drawingml/2006/main">
            <a:pPr algn="l">
              <a:defRPr sz="10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8EF29-4481-4974-AA74-150F353A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对比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4214F-CD95-46C8-859A-C45FC8CF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8547A-C779-43E4-8B54-D7A8543B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特性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8FA99-2F44-40D6-8797-EBDC696E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AB16D-EF4A-4002-B5B8-3406E88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Simple 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3D9BB-9F41-40E9-9D40-5E5F0BBE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A5341-85CC-44A8-9876-F7BBD98D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Goal Mode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4E9D4-50DA-4515-A929-9FA932A1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929F9-2867-46B9-BCE6-9462D4B5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最大循环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7BF3C-5400-4852-9AA9-366D4F00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0F179-2E02-4DBC-B381-A2B2C043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529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 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2D4BA-C49C-41DA-9789-4E01D5C2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00D9A-3C87-47DD-9FEC-D44AEEAF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25 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AA478-1B38-4BA4-BA44-C2EDDE50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1D6C1D-4FEF-4A2E-A8AF-F7D4CE94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工具调用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78867-97DB-451C-9000-25F2F1D7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74F320-AD27-4089-9BF7-10857EBA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单次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994B7-8BC3-4E3D-BCBF-B3323D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149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368A00-FEF4-4296-93E8-80A9FFFB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149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多轮（最多 40 次）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C30110-AF47-4B83-81D6-E3187872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68018-DBF4-4ABF-82A0-6634C0D5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计划更新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347F03-1B43-4325-966F-5D54B390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768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777C01-DA67-46F3-AE68-F5CE23DE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768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E58C5C-9AB2-4A8A-A4CD-7F7DA909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768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2ACEA8-35BA-405F-A97C-A1F5A246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768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自动更新计划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E083F-9756-482B-A8AF-CECEFA5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96089B-8F90-4D12-8942-B4334A78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使用场景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82A8CC-F104-4C78-8D2C-84E95DBD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388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A4A6B7-306D-4A36-BEB0-5CA2578B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388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问答、简单任务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4C8C4F-0B64-4741-A3B5-FC24A018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388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54EAD2-99B9-482D-8ACC-67BDA85C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388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编程、多步工作流</a:t>
            </a:r>
          </a:p>
        </p:txBody>
      </p:sp>
    </p:spTree>
    <p:extLst>
      <p:ext uri="{BB962C8B-B14F-4D97-AF65-F5344CB8AC3E}">
        <p14:creationId xmlns:p14="http://schemas.microsoft.com/office/powerpoint/2010/main" val="196911825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1DDC8D-1663-48FC-97C2-9FE0F2A4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0FF4A-FAE1-4B90-A9CB-D6D352CD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553C2-75E8-4218-860B-1BCB90B0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03705-C3BD-43DA-954C-EF88F420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4BDC6-96CB-4ADB-94C8-E77691A4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工具执行器 &amp; LLM 适配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90EFB-90C9-42CF-A62E-D6BF4555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40+ 内置工具 · 4种 API 格式 · 流式处理</a:t>
            </a:r>
          </a:p>
        </p:txBody>
      </p:sp>
    </p:spTree>
    <p:extLst>
      <p:ext uri="{BB962C8B-B14F-4D97-AF65-F5344CB8AC3E}">
        <p14:creationId xmlns:p14="http://schemas.microsoft.com/office/powerpoint/2010/main" val="84504507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E14970-4B9B-47A5-AADC-02C21163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2B0A9-969A-4623-9F5D-3C2D3B5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01EF7-657E-42DB-AE4C-7399CB2E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40+ 内置工具分类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466ED-860D-46ED-8B66-745EB9A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DCE94-0498-4F83-92E9-AF9B5F12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62393-B21C-4867-8548-22EF9A72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29C0D-5342-4B3F-9D6C-E2104E43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文件操作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03851-759C-4E52-B582-7252ABA2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read_file, write_file, apply_patch, list_directory, code_review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D0713-2055-4FBC-96CB-70696DBA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6F585-0584-4773-BF65-FE302129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430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2242D-9E8B-4BE6-8626-3A19642F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2192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Shell 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5A991-80D1-44FE-BC86-BBD9F7A6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4305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shell, exec_command, write_stdin, close_exec_session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F0541-BBDE-4EF2-B24F-BE45BB40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35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9FA6C-66E1-4CF6-8B23-327DB16F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1C955-E7C6-41CE-86FC-6E327ADF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192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Web 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CBD61-75B2-46A3-A125-342EE856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web_search, web_fetch, browser_run, mcp_list_tools, mcp_call_tool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F60AB-B634-4F39-9AB5-5BFB363E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26DD0-E310-4DE9-A926-58AB556D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96AD0-27D4-48E4-A4FC-2D308368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AI 智能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8599A-4B07-4381-8AED-F8B7159E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smartbrain_search, memory_read, memory_write, memory_search, memory_forget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ED79A6-82D4-4576-AD8A-D4A059A6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EE152-AD24-4CB7-9456-43F8B57D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B69F3-5B9A-4FD8-A945-B7DE27A7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应用控制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EA5E9-1E7D-40CA-8DAB-99158FD5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update_plan, spawn_agent, wait_agent, close_agent, list_agents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0316E-3F0D-4BD5-BC8D-32A54067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5E5A5-2C74-4EEF-97E4-6FDF35A7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837B11-1B92-47A7-8FDA-10304848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项目管理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4649B-A907-498D-9B06-5BE9B616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edit_project_rules, tool_search, plugin_manage, mcp_list_servers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E1D46E-6BFF-4999-BBD4-CFEA45E1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EC489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1F6824-F126-4F0C-93DE-7DB1D12A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76F211-FE1A-4953-8B06-EC93B485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内容生成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7A3033-E9A0-4671-8713-F7BB89D5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image_generate, ocr_image, view_image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6D9978-99D3-454C-8581-5BB99425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DC9381-89F0-42AC-8177-8767A0CB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932422-6B5E-46EC-85F7-5A6DFE96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387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录制 &amp; 回放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C7DAD2-AEF8-4B03-9E93-43C96958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6255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recording_control, rr_record_action, rr_compile, rr_replay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AA1BA9-E97A-4C05-B196-602AA4EB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E6FD8E-49EB-4A29-AD6F-E694F57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9D100A-F665-45BC-A6CD-E6584E2D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387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实用工具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08B320-A9E6-4CC7-AA77-DDCE5A76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6255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request_user_input, request_permissions, code_review, list_available_plugins</a:t>
            </a:r>
          </a:p>
        </p:txBody>
      </p:sp>
    </p:spTree>
    <p:extLst>
      <p:ext uri="{BB962C8B-B14F-4D97-AF65-F5344CB8AC3E}">
        <p14:creationId xmlns:p14="http://schemas.microsoft.com/office/powerpoint/2010/main" val="126718722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803DC6-3587-4DE5-9187-6DE224BE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3BBFF-CCB2-4295-9223-AA5FB137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89185-4E02-4629-89BD-F14C9810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E1775-E531-4B5B-B075-F7ECD8C3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4DDD6-39D5-479E-9C85-090EE3B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 适配层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D5B97-AD5A-4CCA-9E66-0A91D962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4种 API 格式 · 流式处理 · 错误恢复</a:t>
            </a:r>
          </a:p>
        </p:txBody>
      </p:sp>
    </p:spTree>
    <p:extLst>
      <p:ext uri="{BB962C8B-B14F-4D97-AF65-F5344CB8AC3E}">
        <p14:creationId xmlns:p14="http://schemas.microsoft.com/office/powerpoint/2010/main" val="122893961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982FD7-3EBC-4219-8F0C-2C088B67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21CD2-D9BE-426A-B9FD-01135D32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D6530-7A3A-476C-8041-258DCE37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种 API 格式适配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0BB2-3376-42F9-AD7E-880ADC53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C9DAD-2E12-4AF0-B9BA-79F871B5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5048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BBC2A-2B95-4B1D-8446-AF4B23DA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504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FFA68-B915-452C-B3D2-54A94F6F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Chat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1E42F-6357-4900-958C-4F010A0D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00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供应商: OpenAI / DeepSeek / 兼容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58175-3648-4ECB-8D3E-C217C9E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85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8670B-5E80-4D1B-92DE-99B68C15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81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请求格式: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3BCD7-B14B-43A8-AB0C-C1428520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71700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POST /v1/chat/completions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{messages, model, tools, stream: true}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0C2CD-C9A6-447F-A32A-DC55820A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43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特性: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B030E-AFCC-466E-B067-CE8B314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Function Calling, 流式返回, System 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954EE-D845-433D-AED0-FB21BBF1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43000"/>
            <a:ext cx="5048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A04AD-F7EB-4A93-8E45-B9B23346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43000"/>
            <a:ext cx="504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F26C4-729C-475F-8177-59206650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8587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Responses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1BE25-F185-4FEF-8EF8-76C68C0D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供应商: OpenAI (最新)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2BA78-30B9-4383-9DE7-F73CF8D8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1222E-5CB3-46E0-8827-BB38D834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请求格式: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5D5FE-C525-4CC4-A52A-B6846CAD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POST /v1/responses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{input, model, tools, stream: true}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00273-C119-4453-A98C-E363B76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特性: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9B8D5-9C1C-41C4-AD94-43EF90D0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内置 WebSearch, 结构化输出, 多模态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35BA1-322D-4518-934C-1BB7C78A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5048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BF2CF-FBE7-49F1-B7E2-5582DB81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504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4C7C7-6131-48F5-9459-12FFD838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Anthropic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1C2171-7530-4C74-893C-36BA6719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供应商: Claude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370C9C-2336-4CB5-A17A-6EC29870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B26068-976B-4775-B2A9-C5AAE365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48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请求格式: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FA77F9-0822-4E68-82A4-9EFEA2CB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38700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POST /v1/messages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{messages, model, tools, stream: true}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FB74F-199C-4109-8B8E-4387E1E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10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特性: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DD3138-FDDA-4BFE-AF1A-D5B3C755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Tool Use, 思维链, 大上下文窗口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1F1804-E9E9-4176-B494-CC95B281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10000"/>
            <a:ext cx="5048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4EA510-8192-46C9-B42B-209C45EE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10000"/>
            <a:ext cx="504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973625-45C5-4884-AEBB-6C0AC459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Gemini API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9FCE7-EDA1-4FE8-BED7-8D1031B4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供应商: Google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54751D-BC9E-40BB-85D9-EB7BF98E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E53798-95FC-4B48-8AE5-6B190558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请求格式: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357F9D-BB64-4419-9F16-944EA0E7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476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POST /v1beta/models:generateContent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{contents, tools, generationConfig}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800E6D-794C-4EC0-87CC-C7BDD872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特性: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DD59C7-5747-40A6-BD87-710FA572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Function Calling, 多模态, Safety Settings</a:t>
            </a:r>
          </a:p>
        </p:txBody>
      </p:sp>
    </p:spTree>
    <p:extLst>
      <p:ext uri="{BB962C8B-B14F-4D97-AF65-F5344CB8AC3E}">
        <p14:creationId xmlns:p14="http://schemas.microsoft.com/office/powerpoint/2010/main" val="98293208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BC5F7-596F-4708-AE3F-36C2B82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90869-8FDF-4FAD-8BCC-7F7FF1A1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07482-72C2-4D54-A8D6-E3A9BFEE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流式处理架构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CE936-52CB-4B3D-BE7B-9C386492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E66B5-6B84-48A8-803B-F3DE0C27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75892-DC9E-404D-9D81-1EFB788A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LLM API</a:t>
            </a:r>
          </a:p>
          <a:p xmlns:a="http://schemas.openxmlformats.org/drawingml/2006/main">
            <a:pPr algn="ctr">
              <a:defRPr sz="10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Stream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A48D0-F08D-4075-8F33-AD3060E9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5C72E-91C0-49A6-A018-6C87376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Token Buffer</a:t>
            </a:r>
          </a:p>
          <a:p xmlns:a="http://schemas.openxmlformats.org/drawingml/2006/main">
            <a:pPr algn="ctr">
              <a:defRPr sz="10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Chunk 拼接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18E39-2A5C-4E0D-87D3-3EF8C723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635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0EBB3-5F57-4ED2-A3B4-438FD4C5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Event Emit</a:t>
            </a:r>
          </a:p>
          <a:p xmlns:a="http://schemas.openxmlformats.org/drawingml/2006/main">
            <a:pPr algn="ctr">
              <a:defRPr sz="10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stream-token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BC06D-D2EF-4D51-AFC3-0053FE06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38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DC6B6-31F7-4CF1-8176-953688A0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38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前端渲染</a:t>
            </a:r>
          </a:p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渐进式显示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8907E-CE3E-4B42-852C-714B1CE6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143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F10DA-A0EB-4A4B-9812-4BE405A3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52700"/>
            <a:ext cx="4857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Rust: 流式响应处理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pub async fn chat_stream(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adapter: &amp;dyn Adapter,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messages: &amp;[Message],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on_chunk: impl Fn(&amp;str),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) -&gt; Result&lt;Response, Error&gt; {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let mut stream = adapter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.chat_stream(messages)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.await?;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let mut buffer = String::new();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while let Some(chunk) = stream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.next().await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{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match chunk {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    Chunk::Token(t) =&gt; {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        buffer.push_str(&amp;t);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        on_chunk(&amp;t);  // 推送前端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    }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    Chunk::ToolCall(tc) =&gt; {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        // 处理工具调用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        handle_tool_call(tc).await?;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    }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    Chunk::Done =&gt; break,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}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}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Ok(Response::from(&amp;buffer))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F2344-971C-4B1B-9E01-ABF29386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前端事件流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C8501-F0B6-4584-95B6-8A5CA403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① Rust 调用 LLM API，获取 Stream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C5A94-2AA3-4E3E-9893-DD3D5ED3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② 每个 Chunk 到达，emit("stream-token", chunk)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757EB-6AAF-404E-BA6A-39D58086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③ 前端 listen("stream-token") 接收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15D6E-32EA-4D5A-8EBB-4C2A4E20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④ Zustand ChatStore 追加到 buffer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59CE3-C595-4059-8835-4AB8F15F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⑤ react-markdown 渐进编译渲染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A3DFE-3802-40D5-B72F-0FCF35B2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⑥ 用户看到实时打字效果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DEFAE-027A-4620-9E00-5DA24F53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990C5-A2BA-4244-95EC-B4AC8CC6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💡 流式优势: 首 Token 延迟 &lt; 500ms，用户体验流畅；支持取消正在生成的请求 (cancel_chat)</a:t>
            </a:r>
          </a:p>
        </p:txBody>
      </p:sp>
    </p:spTree>
    <p:extLst>
      <p:ext uri="{BB962C8B-B14F-4D97-AF65-F5344CB8AC3E}">
        <p14:creationId xmlns:p14="http://schemas.microsoft.com/office/powerpoint/2010/main" val="195190324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3D0677-1091-492C-AC5A-6FEB3A49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00AF6-000B-49E4-87E7-981CD42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B6727-A48D-4C77-BFC0-7883AE7D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适配器代码结构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20138-EF83-48BE-917A-5E5D77AE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9AC66-D0ED-4671-8110-F72D042A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77FF6-783C-4E67-8807-C9A812A9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4857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Adapter trait — 所有 API 适配器统一接口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#[async_trait]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pub trait Adapter: Send + Sync {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/// 非流式对话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async fn chat(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&amp;self,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req: ChatRequest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) -&gt; Result&lt;ChatResponse&gt;;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/// 流式对话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async fn chat_stream(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&amp;self,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req: ChatRequest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) -&gt; Result&lt;ChatStream&gt;;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/// 检测模型是否可用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async fn health_check(&amp;self) 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-&gt; Result&lt;HealthStatus&gt;;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具体实现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pub struct OpenAiAdapter { ... }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pub struct AnthropicAdapter { ... }</a:t>
            </a:r>
          </a:p>
          <a:p xmlns:a="http://schemas.openxmlformats.org/drawingml/2006/main">
            <a:pPr algn="l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pub struct GeminiAdapter { ... 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C0908-0318-4C31-ACD5-B5BC5C05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4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AdapterManager 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3E427-1C0A-4E70-99DE-E057E019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运行时根据配置创建适配器实例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3573F-976B-4AAD-881D-3AF4C484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76425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支持 wire_api 字段切换格式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0362C-5CF2-491C-9AE4-69012781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自动处理认证（API Key 管理）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DDD99-2BBC-4A21-A9E8-6FA02269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86025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请求超时 / 重试 / 错误转换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D6A86-A48D-41A4-879F-93100740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90825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网络错误自动重试（3次）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B5867-69A3-4A74-8D2A-3BF118C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Token 用量统计 &amp; 限速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90FE1-D8E4-4614-ABE8-E8E2E11C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配置示例 (TOML)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D292B-64F3-45FA-9D12-819DA343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20EF6-6712-46DC-A59B-7ADD59F3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33825"/>
            <a:ext cx="4476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[model_providers.default]</a:t>
            </a:r>
          </a:p>
          <a:p xmlns:a="http://schemas.openxmlformats.org/drawingml/2006/main">
            <a:pPr algn="l">
              <a:defRPr sz="975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wire_api = "chat"    # chat/responses/anthropic/gemini</a:t>
            </a:r>
          </a:p>
          <a:p xmlns:a="http://schemas.openxmlformats.org/drawingml/2006/main">
            <a:pPr algn="l">
              <a:defRPr sz="975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api_key = "sk-xxx"</a:t>
            </a:r>
          </a:p>
          <a:p xmlns:a="http://schemas.openxmlformats.org/drawingml/2006/main">
            <a:pPr algn="l">
              <a:defRPr sz="975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model = "deepseek-chat"</a:t>
            </a:r>
          </a:p>
          <a:p xmlns:a="http://schemas.openxmlformats.org/drawingml/2006/main">
            <a:pPr algn="l">
              <a:defRPr sz="975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base_url = "https://api.deepseek.com/v1"</a:t>
            </a:r>
          </a:p>
        </p:txBody>
      </p:sp>
    </p:spTree>
    <p:extLst>
      <p:ext uri="{BB962C8B-B14F-4D97-AF65-F5344CB8AC3E}">
        <p14:creationId xmlns:p14="http://schemas.microsoft.com/office/powerpoint/2010/main" val="63039458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D1C45B-08BC-4063-B039-566F7C0E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BCB2C-2035-4BBA-B94A-0A0A465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1A3F7-7909-4190-8555-AA290972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73A3A-68E7-44B4-AF7F-9D67B6AC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9AC31-C615-4DED-AA56-0DF5BBD1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数据持久化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351C9-ED29-417D-A963-653F89E8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JSONL 线程存储 · SQLite 用量统计 · TOML 配置</a:t>
            </a:r>
          </a:p>
        </p:txBody>
      </p:sp>
    </p:spTree>
    <p:extLst>
      <p:ext uri="{BB962C8B-B14F-4D97-AF65-F5344CB8AC3E}">
        <p14:creationId xmlns:p14="http://schemas.microsoft.com/office/powerpoint/2010/main" val="165766461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23273-0621-45C1-B6BF-4718BD16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F70C1-1356-4F02-94A7-7AFCC4A1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CA1F6-9A36-4E8D-993B-90076155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三层持久化体系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31388-7681-4EA2-BDDB-9A6AEA80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7034A-06AF-42B4-B37B-779D0E20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F5754-C6AA-4567-8228-A44D5411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E5E2C-2F60-46E6-B502-094FA49F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573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Layer 1: TOML 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6CEE5-3ED2-41BC-BDA2-8F83E802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路径: codey/config.toml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5E17D-699B-4177-8108-DDA1AAAB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应用配置、LLM 供应商、API Key、模型映射、行为参数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370CE-B1AA-40AD-993C-9083EE9F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9540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✅ serde 自动序列化/反序列化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F4D77-72E5-41FF-9631-C1648A74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✅ config_system 运行时热加载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26A8C-B7F2-4429-8288-44574E60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✅ 支持环境变量替换 ${ENV_VAR}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A2282-6BAC-478E-82C4-7E050C04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35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D1CC5-EB1F-417A-8C39-29EFCDCA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231E2-60A5-426D-AE20-41E73A11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194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Layer 2: JSONL 线程存储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F9F8A-425E-4F52-8853-234F52F3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路径: codey/threads/*.jsonl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17775-BFA3-4AC2-B03B-5329C79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每个 Thread 独立 JSONL 文件，按行存储消息历史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936E9-A3AE-4902-9C0E-2AEF7047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57525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✅ append-only 写入模式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DB042-0C28-4803-B7CE-FE71B579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05175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✅ 支持增量追加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4073F-4619-4206-AA93-44DAF090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52825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✅ 上下文压缩（Compaction）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495B3-53BF-4D77-9C58-9125F084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4BF95-DAE6-4524-9E06-BFFE58FF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1DCFC-3413-4ED5-8FC8-EE9992E4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1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Layer 3: SQLite 用量数据库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F00C8-239D-41DF-9182-E0AD9CC4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路径: codey/ncnc_usage.db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03B45-581D-4A52-ADD4-ADA239F6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Token 用量统计、模型调用记录、API 端点的健康状态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24491-DE01-461E-AB39-0B233F04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✅ rusqlite 零配置数据库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8C188-B522-4BFD-860D-37019916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6730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✅ 计数器原子递增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D63CA-A941-461F-A561-136C2831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✅ 定时清理历史数据</a:t>
            </a:r>
          </a:p>
        </p:txBody>
      </p:sp>
    </p:spTree>
    <p:extLst>
      <p:ext uri="{BB962C8B-B14F-4D97-AF65-F5344CB8AC3E}">
        <p14:creationId xmlns:p14="http://schemas.microsoft.com/office/powerpoint/2010/main" val="79972961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B12684-58BB-4F65-A737-203B7BAF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7CDCD-57F4-4549-8411-E8DF91BA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B53D0-0B70-496E-8FAA-E1EB1353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676FF-28A3-4D1E-AF9D-1B32CD4A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516EF-45C8-475C-BC4A-4528C3C6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移动端远程控制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F6B1F-E558-498C-8A52-2860A5D8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Axum + WebSocket + QR 码连接</a:t>
            </a:r>
          </a:p>
        </p:txBody>
      </p:sp>
    </p:spTree>
    <p:extLst>
      <p:ext uri="{BB962C8B-B14F-4D97-AF65-F5344CB8AC3E}">
        <p14:creationId xmlns:p14="http://schemas.microsoft.com/office/powerpoint/2010/main" val="13223746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E8E701-CD4A-46E8-A193-422416E4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66976-C5BC-4EB4-AAE2-7B997AA9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EC38E-2F4F-41F7-BBF5-C50F33E3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Axum + WebSocket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0DACB-8366-4A5F-BCAE-6723556B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AC4BA-E8B4-49B4-9177-5008E726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远程控制架构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B34F6-5DEE-429D-8249-5FC80B91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Desktop App (Rust) ←→ Axum Web Server (localhost)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44F51-01BD-4159-9CE3-4190925D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├─ REST API: /api/chat, /api/threads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C1686-E066-42A4-8848-87E4DFAB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072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├─ WebSocket: ws://localhost:PORT/ws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C92FB-A23C-4950-88BE-0141D62A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└─ Static Files: Web UI (React SPA)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BB643-8637-4286-8A8C-FC6B5663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2A92E-04DF-45A1-8FCF-B229F989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Mobile Device ←→ Desktop (LAN Network)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B4264-6D91-4D55-8C25-2AA31B6D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├─ O: 扫码 QR 码获取连接地址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7C4B4-D4F6-43DC-AC09-EF2D9D9A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├─ E: WebSocket 双向通信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32692-D57E-431F-82DC-FD62B3E4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  └─ E: REST API 查询/控制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ED8B5-9BA3-496B-8D48-33CF8DB8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4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核心代码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79B60-58B4-4C66-A843-6AC79DA1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5334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ABB21-DB0B-4A70-BEC7-5A3C0B0F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00200"/>
            <a:ext cx="5048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// Axum 服务器启动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let app = Router::new()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    .route("/ws", get(ws_handler))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    .route("/api/chat", post(chat_handler))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    .nest_service("/", 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        ServeDir::new("web-dist"));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// WebSocket 广播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let (tx, mut rx) = 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    broadcast::channel::&lt;String&gt;(100);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tokio::spawn(async move {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    while let Some(msg) = rx.recv().await {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        for (id, sender) in clients.iter() {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            sender.send(msg.clone()).ok();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        }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});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F867D-FBC7-4277-96BC-457A196E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WebSocket 事件类型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E1F6C-1ED5-4821-A99F-39EE8934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message:new — 新消息到达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161F4-68AE-4A06-9374-DB1E6AA6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message:chunk — 流式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9B51D-31E9-4D00-B286-372373D6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thread:list — 线程列表更新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3ECB5-184C-4DF4-BFC3-60038B3E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config:update — 配置变更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50CDE-EE60-4998-BDE6-67E3A4C6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status:ping/pong — 心跳检测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673F1-A763-44B7-B363-CB571D41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 API 端点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E9B58-8801-4006-A46D-21A033B8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GET  /api/threads — 线程列表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7C951-2AFD-4E99-A420-67DED9D9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POST /api/chat — 发送消息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82533-CB80-4762-A2F0-504C5668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GET  /api/health — 健康检查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026C7-DF6C-4B99-B4D2-7106415E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95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• POST /api/config — 更新配置</a:t>
            </a:r>
          </a:p>
        </p:txBody>
      </p:sp>
    </p:spTree>
    <p:extLst>
      <p:ext uri="{BB962C8B-B14F-4D97-AF65-F5344CB8AC3E}">
        <p14:creationId xmlns:p14="http://schemas.microsoft.com/office/powerpoint/2010/main" val="65959350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63C70A-6B74-403E-BE85-38D15E1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CB446-826B-4FF8-BB44-51C2AAC2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3E8E9-9F1B-4DB7-A5BE-560AD0E9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AC024-36B0-4FDF-85D1-EAEC58B2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7E362-B03D-44A8-A0A7-FF8DCA72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外部浏览器与录制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9B32F-0375-414F-A0F1-E6D86CC5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CDP 协议 · 操作录制 · 技能回放</a:t>
            </a:r>
          </a:p>
        </p:txBody>
      </p:sp>
    </p:spTree>
    <p:extLst>
      <p:ext uri="{BB962C8B-B14F-4D97-AF65-F5344CB8AC3E}">
        <p14:creationId xmlns:p14="http://schemas.microsoft.com/office/powerpoint/2010/main" val="173878362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E39C65-578C-4BD2-9352-F1F42F25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CDFDE-FB06-41F9-B528-E16A4811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DE063-5153-4A80-ABE3-88C742B4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Chrome CDP 协议集成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D4EB5-F678-40FB-8C8E-5B1F5402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A6812-C498-4C5A-A273-DFDCA548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CDP 集成架构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39782-909A-4C36-98CB-0DE245D0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58D6A-22C0-41D6-877C-53549F2B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Tauri WebView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0409E-CBE9-4AD8-A8D7-7BF4C53B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内置浏览器视图</a:t>
            </a:r>
          </a:p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页面渲染与交互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AEC4E-3274-4759-91DA-C7D5C3A2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635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FE2F8-D863-41E8-BAB7-5B1FB186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811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JS Injection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128CC-CB3E-4985-99E6-A7D40EC9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Rust 注入 JavaScript</a:t>
            </a:r>
          </a:p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操控页面元素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8BE22-6BC4-42A4-B93B-8347E047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3DBA5-D69B-4966-9D9C-5FB6AAA6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811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CDP Bridge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F4C59-0115-43B3-B3C5-CA093FD5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Chrome DevTools Protocol</a:t>
            </a:r>
          </a:p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通信桥接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BA9FB-5953-445A-ADD5-12B0DC8E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732A9-F4F4-49EE-966B-C38420B7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811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Action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C7C25-1B1C-4F7A-8F34-7DE4506A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669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动作队列</a:t>
            </a:r>
          </a:p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browser_run 编排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C2182-F287-4F5D-922E-A4E3C5A8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支持的操作类型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721C2-216C-4ACD-A8B8-C5741C50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• goto, reload, back, forward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AF7F9-BF15-40AE-83A5-A94E6A02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页面导航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AAC7C-9BFC-44B3-A877-920812C5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• click, hover, type, fill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7CBBC-16E7-4ED8-BA30-98385332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290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元素交互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3E040-79FE-4D21-9793-8FA6E3FF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• screenshot, html, snapshot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FCD0F3-4FD3-48E6-A799-F04911F0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页面检测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A7E44-77E7-4A1C-88FB-C3E8935C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• eval, text, title, url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FE7B00-5B50-4658-9E45-33F107D4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信息提取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31C7F5-E61E-4625-B1B8-B44DEA07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• wait_for_selector, wait_for_timeout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ED1152-BAB5-43DC-8A41-0A876736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等待条件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33DC7-8299-4E3F-8AB6-B1E8B17D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两种浏览器模式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496C5F-07A3-46D3-ACB6-218E697D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709699-44C8-4A07-B1C7-8DFE6836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714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WebView 模式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39A039-82C5-44E1-897A-87D29246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76625"/>
            <a:ext cx="3714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内置 Tauri WebView，</a:t>
            </a:r>
          </a:p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无需额外安装浏览器</a:t>
            </a:r>
          </a:p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默认使用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9B10C9-3E41-40DD-A171-65663AA8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35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44CF42-B14B-4227-AA28-A984242E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24325"/>
            <a:ext cx="3714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Playwright MCP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670079-E680-4BA5-A6F1-63E43AC1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81500"/>
            <a:ext cx="3714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外部 Chrome 浏览器</a:t>
            </a:r>
          </a:p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通过 MCP 协议连接</a:t>
            </a:r>
          </a:p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更完整的 CDP 能力</a:t>
            </a:r>
          </a:p>
        </p:txBody>
      </p:sp>
    </p:spTree>
    <p:extLst>
      <p:ext uri="{BB962C8B-B14F-4D97-AF65-F5344CB8AC3E}">
        <p14:creationId xmlns:p14="http://schemas.microsoft.com/office/powerpoint/2010/main" val="43871890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EFA30D-002B-44E8-ACF4-BF3F2C60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50A7B-583E-4754-B1A1-74DD31FD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12693-C051-41BA-937E-9F4EEDDE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操作录制引擎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61160-DA1A-45C7-81D4-5C80C75C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8EF0A-4110-49C3-9C11-C3C75231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录制 → 编译 → 回放 完整流程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E5267-1103-4DD0-945C-8791EE06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B5596-D090-4E4B-AAED-66F69026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0525A-40BF-438E-BF84-E2CB24A9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FCA34-F05C-42A3-ADA6-E4B6D16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录制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9A057-6762-4359-951A-C709F08F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28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用户操作被记录为 Trace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包含步骤、截图、元素选择器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F76AC-D93D-403A-9E98-08BDB41D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635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C5307-7A7A-4A6E-BE9A-795958F5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66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0B67F-4AD9-4BA5-BE9B-D1811FE8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66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A07C0-41D7-4EBB-AE40-FA8F860C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71450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存储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EE037-FDF5-4644-B4EF-362FCEFB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90750"/>
            <a:ext cx="228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Trace 保存为 JSON 文件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codey/traces/ 目录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22D14-99A7-4807-8577-0C879AD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E69DE-718A-461E-A785-31B058B8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66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21FFD-1911-4D09-9C48-B2DAD656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66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1FB81-473A-40D7-B56F-50D47C3D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1450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编译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3B8D3-B162-4431-B11B-ADE6D43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28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Trace → Skill 工作流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自动生成 goal 描述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A8468-9044-4C5B-8823-369E9CA3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7162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DED20-5747-4BFA-87E1-165F3959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B8240-84D1-46A3-99BF-0D342378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F9584-0C8D-4440-9654-08343203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71450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回放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98612-2932-4063-9DB9-53A49C75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28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执行 Skill 中的步骤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自动化完成操作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E91B7-302A-4BBB-A9E4-3B9A5D25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Record &amp; Replay 工具集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65DE56-6F19-455B-BCA7-760BD057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▸ recording_control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80563-B775-4438-A8E0-68B9355F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launch_browser / show_toggle / read_trace / list_traces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78DAFA-BBEF-46D0-B4E3-0F9F6D32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▸ rr_session_create/start/stop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C77F7-89DC-45DD-B4A2-605CA041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48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创建和管理录制会话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E00848-1A5B-460A-BD8C-4579C9C7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▸ rr_record_action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00F378-B5BF-4DD6-9251-BE02F12C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958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记录每一个操作步骤到 Trace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32259B-4F89-405D-A7DC-3EC1927D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▸ rr_compile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34857A-1433-459B-968D-CE5B5682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434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将 Trace 编译为可重用的 Skill（SKILL.md）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B52855-AF4A-408D-8C0D-9512C41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▸ rr_replay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353116-2A5E-4A37-ADEE-9489ACB8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911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回放已编译的 Skill 工作流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26FB27-F1C0-4C80-A1C2-2EEA61A1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C1888C-6FBE-4625-B66C-24F09D64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💡 典型场景：录制百度搜索操作 → 编译为 Skill → AI 后续可自动执行百度搜索</a:t>
            </a:r>
          </a:p>
        </p:txBody>
      </p:sp>
    </p:spTree>
    <p:extLst>
      <p:ext uri="{BB962C8B-B14F-4D97-AF65-F5344CB8AC3E}">
        <p14:creationId xmlns:p14="http://schemas.microsoft.com/office/powerpoint/2010/main" val="181842947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031853-D215-4DC4-B5C1-0A766547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7A56D-5AE0-49B6-894E-F8D26587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4BB8C-99AB-4F7D-A773-4FD55025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E406D-C57D-4AFA-A05E-5EEC1069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57ADF-1131-4CA6-99B6-8AAD76F8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SmartBrain 智能脑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0E000-07DC-416C-A1F5-A3536822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经验提取 · BM25 搜索 · 知识管理</a:t>
            </a:r>
          </a:p>
        </p:txBody>
      </p:sp>
    </p:spTree>
    <p:extLst>
      <p:ext uri="{BB962C8B-B14F-4D97-AF65-F5344CB8AC3E}">
        <p14:creationId xmlns:p14="http://schemas.microsoft.com/office/powerpoint/2010/main" val="38115116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A09780-FBB2-4A16-83F1-891F3963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18D2A-56E1-40E6-99A9-89DC49AB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1A8CA-DFF5-4BA8-84E9-157FA07F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SmartBrain 启动与提取流水线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D95B4-1297-48EC-B013-3B388A44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BC0E6-5F7C-4E80-B5B8-B7BE4DCB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981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7263A-9A07-4346-8E30-6265E064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333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726FE-E074-4555-A529-16AEDA89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333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8018C-12C9-42C6-8CDD-3AFBB39C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启动加载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0B249-3C27-40C6-B189-4A2935B5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8288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读取 codey/smartbrain/</a:t>
            </a:r>
          </a:p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所有 markdown 文件</a:t>
            </a:r>
          </a:p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构建内存索引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31A18-9F03-4315-9C11-5D042A43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238250"/>
            <a:ext cx="1981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35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07EE4-2A9A-46CE-81C7-55D17C30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333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3B069-B721-46EC-AA7C-74E599B6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333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2D127-B9C7-4B6B-8A98-63925AF9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859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会话分析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0FC62-3725-4AD5-A317-32D6D651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1700"/>
            <a:ext cx="18288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会话结束后分析历史</a:t>
            </a:r>
          </a:p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提取关键经验教训</a:t>
            </a:r>
          </a:p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识别工作流模式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2211C-76D8-4B96-8380-6862E994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238250"/>
            <a:ext cx="1981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ADCC7-AFD8-4C42-A74C-CE527FA0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33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6C826-8F26-4C52-B244-173AD898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33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2BC38-1051-4A09-B3FA-98432B66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859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经验编译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82626-AB2B-415E-90B3-AB6D30EC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71700"/>
            <a:ext cx="18288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LLM 总结为结构化文档</a:t>
            </a:r>
          </a:p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分类 + 摘要 + 标签</a:t>
            </a:r>
          </a:p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写入知识库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87AAB-545A-4EE1-8922-AC88F8F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38250"/>
            <a:ext cx="1981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CBBA3-815F-4FA7-B893-BC865083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333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A465A-A64D-404F-BCD0-8B37FAD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333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6CBB9-EDE5-4118-82D3-5849AAEC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859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BM25 索引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180E8-017B-4B59-98A9-A732FAB7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71700"/>
            <a:ext cx="18288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构建倒排索引</a:t>
            </a:r>
          </a:p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分词 + 词频统计</a:t>
            </a:r>
          </a:p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快速全文检索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7ED5A-E47F-4E0F-8A26-4881A432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38250"/>
            <a:ext cx="1981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EC48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24687-D9FE-4125-AA5A-FA4F14CF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333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4C4198-4D6D-4E9B-B8D5-E9978E53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333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2BE21B-A950-4BE3-B4EA-F0FF5F55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在线检索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9C8F8A-7DF6-4347-8A4B-2EEF05AB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18288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运行时自动查询</a:t>
            </a:r>
          </a:p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BM25 相关性排序</a:t>
            </a:r>
          </a:p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Top-K 结果注入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9F75AE-3F39-4B65-98B8-80A75EE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核心特性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9B926-CF90-4CAF-BC39-69303DCA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523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885ABC-E7A7-4C87-973A-F7997813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F4CD43-E55C-48D8-82C1-054B74C1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BM25 语义搜索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627B54-B962-45B2-A7A4-F729FE61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基于词频的文本匹配算法，无需 GPU，毫秒级响应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66B59C-2778-410B-9643-12912E96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523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F95021-D784-4AD0-B484-C3383B71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2046AD-CB50-4F05-B686-CE63EADF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分层知识结构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547FB7-D9DE-4389-8C72-3E546D2A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Lessons / Preferences / Project Knowledge / Workflow Patterns / Categories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95C701-4BB2-44BA-88BE-0D297726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523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DEC3CD-C9CF-4AF2-92AD-2DF91F60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FCAF67-249D-4E67-8C48-962266B1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自动 Recall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21D199-7C53-45B5-8CC5-ED0A6411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每次对话自动检索最相关的 Top-K 条知识注入上下文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CFA328-8C64-4C25-8AD6-362B8D67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523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0902F6-6D78-4FBC-A7C0-4A77181D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AAB4A8-BD61-4AF5-BE4B-7948F504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手工优化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7954B8-09D6-4F99-9A7E-58A245B8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用户可编辑记忆文件，调整学习内容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D382CB-0723-4C2E-BCFD-5BB7DF0C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F7F717-EA36-455A-869D-D6B76197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知识库统计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01E0C6-0D7D-464B-ACF3-DB5B7399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528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存储位置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0E735F-05F3-4B4D-B60E-68D4A9F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528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codey/smartbrain/ &amp; codey/memories/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427926-C4A1-4509-A5D4-78A9FF25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条目结构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6DCBDC-8AE4-4B5B-97BF-EF630ED9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标题 + 摘要 + Lessons + 分类 + 标签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B79EEC-17D7-4AC9-84F9-FFAE50D0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862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索引方式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6A6AEE-01EE-471F-87F9-2EAAECC5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862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BM25 倒排索引，自动重建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E30FF0-E120-4C96-A6CE-13F86B6F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529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检索触发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92A931-6389-408F-A933-52F04F95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529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每次用户消息前自动执行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F49600-B98F-4497-9CDD-F688F45F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196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结果数量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6D124F-A007-4E32-ADE4-F4476DB0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96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Top-5 条最相关知识</a:t>
            </a:r>
          </a:p>
        </p:txBody>
      </p:sp>
    </p:spTree>
    <p:extLst>
      <p:ext uri="{BB962C8B-B14F-4D97-AF65-F5344CB8AC3E}">
        <p14:creationId xmlns:p14="http://schemas.microsoft.com/office/powerpoint/2010/main" val="61606009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5C5B0-521F-49F1-AD8A-0CA92C3D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12DD4-5ACD-4298-BF60-62C57EF0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0D068-D82D-460D-B7F0-640884AC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BM25 搜索与知识管理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C9331-1C6D-4EBB-8E56-290C12D9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F2C5D-855C-451F-82D7-F2713BD3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BM25 算法原理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16824-2346-486A-865F-A72D9D12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F557B-E8C6-4471-87AE-3121488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00200"/>
            <a:ext cx="4857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// BM25 相关性评分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fn bm25_score(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query: &amp;[String],  // 查询词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doc: &amp;Document,    // 文档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avg_doc_len: f64,  // 平均文档长度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total_docs: usize, // 总文档数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) -&gt; f64 {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let mut score = 0.0;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let k1 = 1.5;  // 饱和参数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let b = 0.75;  // 长度归一化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for term in query {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let tf = doc.term_freq(term);   // 词频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let idf = inverse_doc_freq(term, total_docs);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let doc_len_ratio = doc.len() as f64 / avg_doc_len;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score += idf * (tf * (k1 + 1.0)) 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           / (tf + k1 * (1.0 - b + b * doc_len_ratio));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}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    score  // 返回相关性分数</a:t>
            </a:r>
          </a:p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94D60-38E6-4838-A45C-8E445409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4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知识管理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412BD-4C2B-4A82-9310-23903164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▸ smartbrain_search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571E3-B7CA-4C19-AA40-98238192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BM25 全文搜索知识库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ED1E9-2A7A-4015-8121-4D65CB4D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▸ memory_read/write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A887A-792B-43CC-9115-5E1CFF9C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读写记忆文件（持久化）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D2423-723F-476F-AB4E-56B54DCF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▸ memory_search/update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1E70B-07CD-4F2D-AB88-692E61CC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搜索和更新已有记忆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F5DDB-753D-46CA-B01B-52FA758B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▸ memory_list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B749C-02C4-47EF-A766-1018B779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146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列出所有记忆条目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894F1-4E19-44F6-AADD-EF2DED01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▸ memory_forget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33F26-73D9-4FA1-8274-B339D066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删除指定记忆条目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03C9D-2F7A-4EC5-8410-99DF7323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▸ smartbrain_rebuild_index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C68E5-C03D-4885-BE22-13E9D13A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766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重建搜索索引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C5C7D-0B19-4DD0-B5A9-F204F17F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知识流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E4F7C-D39C-48B1-B96D-7555914E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AF555-A594-4E66-A6BB-0B0FB1CD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用户提问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F7E07-4FDD-4C5E-8DE7-3A52DFDA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635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450979-AF35-40D3-A67C-4AD0FD93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SmartBrain</a:t>
            </a:r>
          </a:p>
          <a:p xmlns:a="http://schemas.openxmlformats.org/drawingml/2006/main">
            <a:pPr algn="ctr">
              <a:defRPr sz="10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16F1C-5997-49DF-869A-A64B0FD4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E4072-5E2D-4063-A650-131B67E0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BM25</a:t>
            </a:r>
          </a:p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A5D9D5-A1E6-45E6-971D-D1528898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BE810-B3F1-4979-AA38-E2AE88DF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Knowledge</a:t>
            </a:r>
          </a:p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Inject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75AD1-03D2-4BB9-B2E4-F1C91F86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EC489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44E1D-1704-4132-B5FE-D6BBEF18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AI</a:t>
            </a:r>
          </a:p>
          <a:p xmlns:a="http://schemas.openxmlformats.org/drawingml/2006/main">
            <a:pPr algn="ctr">
              <a:defRPr sz="10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01D09-3849-44BE-9779-711FEF81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56452F-726E-4110-8A15-3CB55C6A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💡 与传统 RAG 不同：BM25 无需 GPU、无需向量数据库、毫秒级响应，适合本地优先架构</a:t>
            </a:r>
          </a:p>
        </p:txBody>
      </p:sp>
    </p:spTree>
    <p:extLst>
      <p:ext uri="{BB962C8B-B14F-4D97-AF65-F5344CB8AC3E}">
        <p14:creationId xmlns:p14="http://schemas.microsoft.com/office/powerpoint/2010/main" val="39084013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F3E0FC-645B-456E-8D81-D716A27A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9C777-253E-40BF-AA75-613F5F9A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42D37-64BC-46D7-BF6B-86A45AEE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B4247-AD60-4294-AB45-9C11770F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19EE8-A98D-4793-8B2A-4EEBF5D0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机器人 &amp; 插件系统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ACAEB-3FAF-46D4-A80A-83C00BB9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工作流编排 · 8个内置插件 · App Connectors</a:t>
            </a:r>
          </a:p>
        </p:txBody>
      </p:sp>
    </p:spTree>
    <p:extLst>
      <p:ext uri="{BB962C8B-B14F-4D97-AF65-F5344CB8AC3E}">
        <p14:creationId xmlns:p14="http://schemas.microsoft.com/office/powerpoint/2010/main" val="15116402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954171-186A-47A5-8ED5-006B100F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E1020-C900-47B0-B74A-F87C6EAE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25753-2907-4E20-A19B-0EC7FD4A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机器人工作流编排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8DE94-A362-49E9-A3B5-1F9D92DC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BCB52-A4C7-41D7-B14C-1E55450E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Robot = 工作流 + 专业角色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B91D5-0FDC-4AF2-B8B0-8C5323DA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A967D-28A1-4376-BD5A-5D5427F1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38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BAF01-B9D5-45B9-8640-376036E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定义 Robot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91F25-650D-44F6-999F-448BF4D9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95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JSON 配置：角色 + 系统提示词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+ 多节点工作流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F8A7C-32CF-4C7D-8FC6-6D8424F3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35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E4DA0-F296-430A-915D-2C6AF1B7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8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5839E-AD46-47F9-99B0-CF68C17D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Node 绑定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BD649-17CA-4B58-97E1-2F032791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95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每个节点绑定 Skill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决定节点能力的来源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5FF0F-3A3A-4E6E-870E-BA870308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1892A-FE55-4DA4-83E0-B6526D57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38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FDB85-C1BD-4C66-9F3C-3D60C131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执行推进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9BCC3-D567-4761-ABFF-F3DBDB3E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95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依次执行每个节点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完成目标后推进到下一节点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D6046-1AD5-45D7-9A05-263B5F92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Robot 配置示例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D0769-6930-480E-AF41-B828047F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5143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C07E2-660C-4D03-8186-2AD0DFB5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48075"/>
            <a:ext cx="4857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"id": "code-reviewer",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"name": "代码审阅机器人",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"systemPrompt": "你是一个严格的代码审阅者...",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"workflowNodes": [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{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  "objective": "审查代码变更",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  "skills": ["code_review"]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},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{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  "objective": "生成评审报告",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  "skills": ["executing-plans"],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  "pluginSkills": [{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    "pluginId": "documents",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    "skillId": "documents"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  }]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  }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  ]</a:t>
            </a:r>
          </a:p>
          <a:p xmlns:a="http://schemas.openxmlformats.org/drawingml/2006/main">
            <a:pPr algn="l">
              <a:defRPr sz="90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F7C4D-94B3-40AE-BE98-4B1AA395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 个内置插件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E94B0-DD8C-40DB-A5D0-37EAA612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0691B-639C-46B0-AE92-F6166474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338B7-A968-441E-BB9C-973511DA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480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Superpowers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292D8-EFCC-47F0-8F86-46513911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头脑风暴、TDD、调试、代码审阅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AF5FA-E5F5-4429-B24D-80B311BA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82FA02-4570-4D49-8F51-DE2000D6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C9BA63-0A98-43BB-BD0F-D8EC196E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00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1980A-CB9B-4044-A6E9-3BA046C1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00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内置浏览器控制、页面抓取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A649EA-C934-4E8C-9B09-A5599A89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434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A55C09-FB57-411E-B5C2-17D341BC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434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31AE0A-7B43-48CF-A81A-7848E958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719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33EC56-6C36-47F6-987D-95A4DB54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7197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Word 文档生成与渲染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C4FF53-1CA0-4070-8B4E-26B0F6D3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9FC2BF-1C20-40A1-9361-19828F0F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411791-2956-43D2-A3E0-79E04C23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339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73C45C-A05A-4FE5-8149-2EB2A3A0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339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PPTX 演示文稿制作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3AE1DD-C734-4243-83ED-C6A635B3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61758E-BDF3-4C80-85FD-533039D6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4E58F6-8855-49D4-BD0D-1A9B2A73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958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Spreadsheets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540749-DE5B-4F9B-B82F-3B809B79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9587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Excel 报表与分析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09FC20-E926-4CF5-A08B-C62B5322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292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191F4C-8F65-4B11-A20A-B4A20D9A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292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78121-D7D2-4C61-9675-4B5200FA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578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3614B3-1ECE-4720-A6C9-2FE03E71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578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Web 站点构建与部署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C95B7D-E841-46FA-B64C-FD916384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912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6ADEC0-C5FA-4F61-8B6A-F7B8A443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912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6C067A-768A-432E-90EF-33518486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8197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Record &amp; Replay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B54C12-D458-4920-9123-A4458AAB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1977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浏览器操作录制回放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3E0E7C-3B94-40FA-81D0-184EC01D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531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FAF3F1-7E15-4A46-99CA-D54AE792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531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D8CA88-141C-43F0-87C9-D89B3611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1817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Computer Use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402BB5-34FB-469C-9E9C-B73F7C0C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817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Windows 桌面应用控制</a:t>
            </a:r>
          </a:p>
        </p:txBody>
      </p:sp>
    </p:spTree>
    <p:extLst>
      <p:ext uri="{BB962C8B-B14F-4D97-AF65-F5344CB8AC3E}">
        <p14:creationId xmlns:p14="http://schemas.microsoft.com/office/powerpoint/2010/main" val="110161196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A58560-7138-4668-AF13-23706A6C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4D3EE-B00F-47EF-926F-CBC717DC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391BC-2320-48D8-8231-F0885BE3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0B02D-4CFA-4923-8B29-EA6D6D41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B8C8A-2D5C-43FE-8425-6A4024FA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构建与发布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75A9E-B434-4B2B-BF97-E639C991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Dev / Build / Publish 多平台发布</a:t>
            </a:r>
          </a:p>
        </p:txBody>
      </p:sp>
    </p:spTree>
    <p:extLst>
      <p:ext uri="{BB962C8B-B14F-4D97-AF65-F5344CB8AC3E}">
        <p14:creationId xmlns:p14="http://schemas.microsoft.com/office/powerpoint/2010/main" val="77686215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BDFB8F-5F75-4CA5-967C-37997A7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16A8C-AA56-4384-B7D5-913B937A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E1FA2-6354-4A91-8A48-87885E24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构建与发布流程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6CF1D-3AD7-4F38-B2BD-BDEDC001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4841D-BBB9-4C1D-AB9F-5F282F6B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F3B10-CB48-4334-8ECC-142CDF71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2FB76-A9BC-4E96-9F72-B51548F5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3048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dev 开发模式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D8046-1361-4DA1-BCFF-35FEA578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1E4B9-17D7-4AC1-AEEF-751C59A6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859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npm run tauri dev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A8E72-4B38-4004-8364-9B28F735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Vite HMR 前端热更新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Rust 后端热重载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快速迭代开发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711D2-FBDF-4C41-BC52-03A46CFA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特性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F5A61-CDA6-4602-AC45-7C21A740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▸ WebView 开发窗口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300D3-96D9-4687-8EC6-49CC95D9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▸ Rust 编译缓存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273BF-C9D2-47AD-B129-0D764904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▸ SourceMap 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C057B-0879-4E65-8590-1A5A8C3F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635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FE85A-C74B-4650-BC08-6CEB5DB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688B9-5314-4BD7-88A3-E5FDFF71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85875"/>
            <a:ext cx="3048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build 构建模式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5DBBC-63EF-420C-A48E-45A05D86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060B2-08A5-4EA6-8FA9-44B2E0FD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859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npm run tauri 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380CF-B36E-4BD5-B0F4-7DA5DB5E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4787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前端生产打包 (Rollup)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Rust 优化编译 (--release)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生成安装包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53857-424A-43D1-8EED-2875AD5D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特性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38591-6B64-4AFB-9E45-57B15809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623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▸ 代码压缩 + 树摇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D0AA9-5F4A-4BC9-8E66-208936B4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▸ Rust LTO 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C3483-79F8-4FEA-94AC-8C7B9319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195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▸ Windows: .msi / .exe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89CABE-52E2-43D6-A6F2-7DEC0629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E2D21F-68F5-4EE7-8086-B6059331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241E0-A68F-4034-B034-FC09BADC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048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publish 发布模式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D46A7-8C55-4DAE-803B-4B6F4760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F368C-0272-44EC-B8D7-45938B57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859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tauri publish (CI/CD)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E2996-2A68-4454-B8BE-08E5BAE3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自动版本号递增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生成更新签名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上传分发渠道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975AB5-54C4-4186-A703-F0FF9A98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特性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08F5DE-C09A-4ADC-AC9B-751BF529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▸ Tauri Updater 集成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F1D30C-5A14-4DCE-B557-F35452C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▸ 增量更新 (delta)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BE96D3-2036-4333-9C20-99D5CF4D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▸ GitHub Releases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D39950-6F55-4D83-9571-E00CC3DF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8D6EB5-95B9-4940-8240-2A4D23F0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构建产物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D27910-CE00-4598-B7AF-DEDDAD6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前端产物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BD10D8-1D98-4B23-AEFD-6791325D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482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dist/ — Vite 构建的 SPA 静态资源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BD9F0E-7A57-413A-B92E-6F0141B8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Rust 产物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CD4CA7-78FC-477B-BB33-647A596D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48225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src-tauri/target/release/ — 编译后的可执行文件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345843-5201-4227-9043-735ED75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安装包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DE5F57-1312-4BBC-8750-7886FE8E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src-tauri/target/release/bundle/ — .msi / .dmg / .AppImage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EA5356-9C37-45DB-8E7A-985E296A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更新包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1C00B3-318B-4372-A611-113E1364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48275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签名更新的 .tar.gz + .sig</a:t>
            </a:r>
          </a:p>
        </p:txBody>
      </p:sp>
    </p:spTree>
    <p:extLst>
      <p:ext uri="{BB962C8B-B14F-4D97-AF65-F5344CB8AC3E}">
        <p14:creationId xmlns:p14="http://schemas.microsoft.com/office/powerpoint/2010/main" val="107338076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C66A76-367C-4626-835C-1F8876C1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77945-C414-43FC-9BE3-45457C0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35C07-3E7D-476F-9250-F032AF2A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8E0E8-7193-484B-AB5B-E159047A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97CE0-2122-48F9-A5EC-1D04FA05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总结与展望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2AC00-277E-48F9-9958-A5CB5835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功能亮点 · 技术优势 · 下一步规划</a:t>
            </a:r>
          </a:p>
        </p:txBody>
      </p:sp>
    </p:spTree>
    <p:extLst>
      <p:ext uri="{BB962C8B-B14F-4D97-AF65-F5344CB8AC3E}">
        <p14:creationId xmlns:p14="http://schemas.microsoft.com/office/powerpoint/2010/main" val="448444181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ACA67-38E7-44D3-B2BC-092FDF98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0D763-04E9-4AB5-B35F-A82110A6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9F10B-157C-42B7-A119-439B01BA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项目亮点总结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71909-3AC4-488F-8253-8C65A6CE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44A43-B905-4BC5-B7DD-9782A4F3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B9F73-05AE-46CE-BF50-07F8DD49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🏗️  Tauri 2 架构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E91C5-5123-4F4B-85DB-B7BBDFBA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4762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Rust 核心 + React 前端，原生桌面体验，小型安装包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3DDE7-DB0F-4FF5-B70C-0C270459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35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F1A5D-6653-455F-AECB-33C349BD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8587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🧠  AI 驱动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41A86-98E8-484C-869D-59FE2BCE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4762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多供应商 LLM 适配，自动故障转移，流式实时响应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0F45E-B224-475A-ABB4-D752BCD6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DFB58-BF42-47B2-99F6-0A75BA2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📦  本地优先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E284E-C687-4D10-B49E-6293362C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4762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所有数据存储在本地 JSONL / SQLite，无需云端部署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20499-060F-45BF-8E10-12AB4FC9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B13C5-F641-4633-A5C4-C402934B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🔌  插件生态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9E7FE-7093-41ED-90DE-DB132C75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4762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8 个内置插件 + MCP 服务器 + App Connectors 可扩展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17A0C-8EDA-4323-9EE8-6DA15364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EC48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D6A14-20E0-40F8-8D66-71FA2CF5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📱  远程控制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D7E8F-B699-4706-8FA1-FC133431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4762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Axum + WebSocket 远程访问，手机扫码即可连接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B7405-684E-4A76-AED3-3C480A79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41E41-9605-4BBB-A3F5-4972040E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01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🎬  录制回放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197B4-7AF3-49A0-A082-10A183A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91125"/>
            <a:ext cx="4762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浏览器操作录制为 Skill，AI 可重复执行</a:t>
            </a:r>
          </a:p>
        </p:txBody>
      </p:sp>
    </p:spTree>
    <p:extLst>
      <p:ext uri="{BB962C8B-B14F-4D97-AF65-F5344CB8AC3E}">
        <p14:creationId xmlns:p14="http://schemas.microsoft.com/office/powerpoint/2010/main" val="4916871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3C8249-4489-4827-A576-657B8FF3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27037-C398-4B09-A7F4-690D564E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43799-B6BF-47DA-8176-5720D238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技术数据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50A64-88B7-4121-96DE-06B7BEF3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CDFC5-D6C5-4F04-9C8A-52460862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476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D8FCE-FFB5-4FA7-ACE0-9E4CB060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476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992DC-13E3-4F6F-801C-1260A6E2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核心模块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EBBAD-BEE9-4144-BC0E-5586D7A2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143000"/>
            <a:ext cx="1476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635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D5F1E-731E-444F-A254-8E077F58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333500"/>
            <a:ext cx="1476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40+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58754-4EA9-4164-AEA2-2D66A5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57375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内置工具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1146E-E7D8-45B8-87D1-158B1177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43000"/>
            <a:ext cx="1476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15A2A-BFCC-49DF-9EB0-F0C7DFA3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1476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F563C-7740-4CC5-B1F3-D2D04A83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57375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内置插件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B2C8C-3701-417B-897C-E009A6D7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76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0E6F9-6A94-4B61-8AE1-371AC39A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476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6773F-5987-433F-8247-69D041E8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API 格式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82B21-1875-4371-A344-951B9BC1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67000"/>
            <a:ext cx="1476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EC48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ED975-4A14-41FA-BE41-05FB8FB0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57500"/>
            <a:ext cx="1476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45+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A14EC-A18E-49AD-857E-CD61ADF0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81375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Tauri Commands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90818-6508-4779-B853-3E082BC1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1476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06B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560BD-6DEF-4219-8E01-0EBED04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1476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80K+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B3D5B-76D0-4483-B106-CBA3E154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Rust 代码行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42EE6-E1C8-4024-A3F5-5E9216D5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下一步规划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F2B9B-798B-42E2-AA36-30CC5F33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16874-A431-423A-89B4-D5894E1E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7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C798F-C234-4295-B0D8-BAAF3B23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381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多模态支持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48319F-9484-4A24-B811-D81DC393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集成图像理解、语音输入等能力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65B31F-0D56-4774-98A4-FA9D019A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859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🔜 进行中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C4EFB-B204-4067-BAF2-97D820C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5D6D62-1CB3-43E7-A3BB-F64CE917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7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758599-E2B7-45DF-B0BF-573651AA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381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35BFF"/>
                </a:solidFill>
                <a:latin typeface="Aptos"/>
                <a:ea typeface="Aptos"/>
                <a:cs typeface="Aptos"/>
              </a:rPr>
              <a:t>增强 SmartBrain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B034F-ABC2-45EC-9517-C2B7988D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加入向量检索、RAG、更多知识源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74C7ED-54A6-4413-B5A6-E4794FC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384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🔜 进行中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071FC4-38A8-4AC5-94E6-BB896CE9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4700DC-2FCF-403D-8164-1EB04BBB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47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70A668-2C1D-45E6-8E7A-A99405D2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381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社区插件市场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2A36FB-1FA5-4359-9F0A-D95E39E5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开放插件注册、分发、版本管理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F31B91-BD3B-40FC-AF9C-432ED50D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909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B82F6"/>
                </a:solidFill>
                <a:latin typeface="Aptos"/>
                <a:ea typeface="Aptos"/>
                <a:cs typeface="Aptos"/>
              </a:rPr>
              <a:t>📋 规划中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224793-D65C-4091-A7DA-EB1CE7B7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39473E-5D5D-43A1-A581-D637BA3C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B8A4D4-9F94-4B46-B937-C171DE9B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381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团队协作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AFF40E-81C1-4E13-A7CA-4841A0E5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多用户会话共享、远程 Pair Programming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2446A7-D675-492A-BDA3-846E496D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434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📋 规划中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E41B63-5749-4F45-9D8F-3B2D887C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0F0BB1-5357-4D81-99A1-AECA4337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47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8D01DD-190C-41BC-8407-EA17ABB3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05450"/>
            <a:ext cx="381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Codex 兼容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33CBC2-A97E-4DF3-BDB0-0BFDF92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721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兼容更多 Codex API 和标准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815EC4-C1B6-42FA-91F8-F718FDAA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959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6B6D4"/>
                </a:solidFill>
                <a:latin typeface="Aptos"/>
                <a:ea typeface="Aptos"/>
                <a:cs typeface="Aptos"/>
              </a:rPr>
              <a:t>🔜 进行中</a:t>
            </a:r>
          </a:p>
        </p:txBody>
      </p:sp>
    </p:spTree>
    <p:extLst>
      <p:ext uri="{BB962C8B-B14F-4D97-AF65-F5344CB8AC3E}">
        <p14:creationId xmlns:p14="http://schemas.microsoft.com/office/powerpoint/2010/main" val="1030351945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A25FAE-47FB-48A8-9B55-7DFB2662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B066E-295F-4574-A37C-9D6015DD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44D51-4290-4F28-9A2F-6993149B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B504B-DDBA-4AC1-81B3-4DD1F602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22C55E"/>
                </a:solidFill>
                <a:latin typeface="Aptos"/>
                <a:ea typeface="Aptos"/>
                <a:cs typeface="Aptos"/>
              </a:rPr>
              <a:t>CN-Codex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2A41B-A6E3-42C1-B144-F17CB7CE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335F2-EEC8-412D-BC84-C5394AFE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欢迎提问与讨论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058ED-BE1A-4D7C-81D4-DF230616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35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5BFF"/>
                </a:solidFill>
                <a:latin typeface="Aptos"/>
                <a:ea typeface="Aptos"/>
                <a:cs typeface="Aptos"/>
              </a:rPr>
              <a:t>GitHub: github.com/your-org/cn-codex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F7C3D-B4FD-4558-87BB-BCF652DE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技术文档: docs/CN-Codex-技术详解.md</a:t>
            </a:r>
          </a:p>
        </p:txBody>
      </p:sp>
    </p:spTree>
    <p:extLst>
      <p:ext uri="{BB962C8B-B14F-4D97-AF65-F5344CB8AC3E}">
        <p14:creationId xmlns:p14="http://schemas.microsoft.com/office/powerpoint/2010/main" val="408146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2026-06-28T13:34:57.4450000Z</dcterms:created>
  <dcterms:modified xsi:type="dcterms:W3CDTF">2026-06-28T13:34:57.4450000Z</dcterms:modified>
</coreProperties>
</file>